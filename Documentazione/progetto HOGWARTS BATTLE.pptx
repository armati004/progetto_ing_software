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ZCOOL XiaoWei"/>
      <p:regular r:id="rId24"/>
    </p:embeddedFont>
    <p:embeddedFont>
      <p:font typeface="Noto Sans Symbols"/>
      <p:regular r:id="rId25"/>
      <p:bold r:id="rId26"/>
    </p:embeddedFont>
    <p:embeddedFont>
      <p:font typeface="Lexend"/>
      <p:regular r:id="rId27"/>
      <p:bold r:id="rId28"/>
    </p:embeddedFont>
    <p:embeddedFont>
      <p:font typeface="Archiv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ZCOOLXiaoWei-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otoSansSymbols-bold.fntdata"/><Relationship Id="rId25" Type="http://schemas.openxmlformats.org/officeDocument/2006/relationships/font" Target="fonts/NotoSansSymbols-regular.fntdata"/><Relationship Id="rId28" Type="http://schemas.openxmlformats.org/officeDocument/2006/relationships/font" Target="fonts/Lexend-bold.fntdata"/><Relationship Id="rId27" Type="http://schemas.openxmlformats.org/officeDocument/2006/relationships/font" Target="fonts/Lexend-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rchivo-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Archivo-italic.fntdata"/><Relationship Id="rId30" Type="http://schemas.openxmlformats.org/officeDocument/2006/relationships/font" Target="fonts/Archivo-bold.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Archivo-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3ed97c0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c3ed97c06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c3ed97c06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c3ed97c06a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c3ed97c06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c3ed97c06a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c3ed97c06a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3c3ed97c06a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pic>
        <p:nvPicPr>
          <p:cNvPr id="7" name="Google Shape;7;p2"/>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8" name="Google Shape;8;p2"/>
          <p:cNvSpPr/>
          <p:nvPr/>
        </p:nvSpPr>
        <p:spPr>
          <a:xfrm>
            <a:off x="2642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 name="Google Shape;9;p2"/>
          <p:cNvSpPr/>
          <p:nvPr/>
        </p:nvSpPr>
        <p:spPr>
          <a:xfrm>
            <a:off x="101160" y="8575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 name="Google Shape;10;p2"/>
          <p:cNvSpPr txBox="1"/>
          <p:nvPr>
            <p:ph type="title"/>
          </p:nvPr>
        </p:nvSpPr>
        <p:spPr>
          <a:xfrm>
            <a:off x="1396800" y="1528920"/>
            <a:ext cx="6349680" cy="1609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11" name="Google Shape;11;p2"/>
          <p:cNvCxnSpPr/>
          <p:nvPr/>
        </p:nvCxnSpPr>
        <p:spPr>
          <a:xfrm>
            <a:off x="71244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12" name="Google Shape;12;p2"/>
          <p:cNvSpPr/>
          <p:nvPr/>
        </p:nvSpPr>
        <p:spPr>
          <a:xfrm>
            <a:off x="8708760" y="3864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cxnSp>
        <p:nvCxnSpPr>
          <p:cNvPr id="13" name="Google Shape;13;p2"/>
          <p:cNvCxnSpPr/>
          <p:nvPr/>
        </p:nvCxnSpPr>
        <p:spPr>
          <a:xfrm>
            <a:off x="71244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14" name="Google Shape;14;p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 type="blank">
  <p:cSld name="BLANK">
    <p:bg>
      <p:bgPr>
        <a:solidFill>
          <a:schemeClr val="lt1"/>
        </a:solidFill>
      </p:bgPr>
    </p:bg>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17" name="Google Shape;17;p3"/>
          <p:cNvSpPr txBox="1"/>
          <p:nvPr>
            <p:ph type="title"/>
          </p:nvPr>
        </p:nvSpPr>
        <p:spPr>
          <a:xfrm>
            <a:off x="686880" y="1009440"/>
            <a:ext cx="5562360" cy="6980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 name="Google Shape;18;p3"/>
          <p:cNvSpPr txBox="1"/>
          <p:nvPr>
            <p:ph idx="1" type="body"/>
          </p:nvPr>
        </p:nvSpPr>
        <p:spPr>
          <a:xfrm>
            <a:off x="2847600" y="2160720"/>
            <a:ext cx="5562360" cy="195012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19" name="Google Shape;19;p3"/>
          <p:cNvGrpSpPr/>
          <p:nvPr/>
        </p:nvGrpSpPr>
        <p:grpSpPr>
          <a:xfrm>
            <a:off x="0" y="0"/>
            <a:ext cx="9143640" cy="5143320"/>
            <a:chOff x="0" y="0"/>
            <a:chExt cx="9143640" cy="5143320"/>
          </a:xfrm>
        </p:grpSpPr>
        <p:pic>
          <p:nvPicPr>
            <p:cNvPr id="20" name="Google Shape;20;p3"/>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21" name="Google Shape;21;p3"/>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cxnSp>
          <p:nvCxnSpPr>
            <p:cNvPr id="22" name="Google Shape;22;p3"/>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23" name="Google Shape;23;p3"/>
            <p:cNvSpPr/>
            <p:nvPr/>
          </p:nvSpPr>
          <p:spPr>
            <a:xfrm flipH="1">
              <a:off x="8708400" y="1623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cxnSp>
          <p:nvCxnSpPr>
            <p:cNvPr id="24" name="Google Shape;24;p3"/>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25" name="Google Shape;25;p3"/>
            <p:cNvSpPr/>
            <p:nvPr/>
          </p:nvSpPr>
          <p:spPr>
            <a:xfrm flipH="1">
              <a:off x="100800" y="336276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bg>
      <p:bgPr>
        <a:solidFill>
          <a:schemeClr val="lt1"/>
        </a:solidFill>
      </p:bgPr>
    </p:bg>
    <p:spTree>
      <p:nvGrpSpPr>
        <p:cNvPr id="26" name="Shape 26"/>
        <p:cNvGrpSpPr/>
        <p:nvPr/>
      </p:nvGrpSpPr>
      <p:grpSpPr>
        <a:xfrm>
          <a:off x="0" y="0"/>
          <a:ext cx="0" cy="0"/>
          <a:chOff x="0" y="0"/>
          <a:chExt cx="0" cy="0"/>
        </a:xfrm>
      </p:grpSpPr>
      <p:pic>
        <p:nvPicPr>
          <p:cNvPr id="27" name="Google Shape;27;p4"/>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28" name="Google Shape;28;p4"/>
          <p:cNvSpPr/>
          <p:nvPr/>
        </p:nvSpPr>
        <p:spPr>
          <a:xfrm>
            <a:off x="2642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9" name="Google Shape;29;p4"/>
          <p:cNvSpPr txBox="1"/>
          <p:nvPr>
            <p:ph idx="1" type="body"/>
          </p:nvPr>
        </p:nvSpPr>
        <p:spPr>
          <a:xfrm>
            <a:off x="5643720" y="539640"/>
            <a:ext cx="2786760" cy="4064040"/>
          </a:xfrm>
          <a:prstGeom prst="rect">
            <a:avLst/>
          </a:prstGeom>
          <a:noFill/>
          <a:ln cap="flat" cmpd="sng" w="9525">
            <a:solidFill>
              <a:schemeClr val="lt2"/>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 name="Google Shape;30;p4"/>
          <p:cNvSpPr/>
          <p:nvPr/>
        </p:nvSpPr>
        <p:spPr>
          <a:xfrm>
            <a:off x="101160" y="18547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1" name="Google Shape;31;p4"/>
          <p:cNvSpPr txBox="1"/>
          <p:nvPr>
            <p:ph type="title"/>
          </p:nvPr>
        </p:nvSpPr>
        <p:spPr>
          <a:xfrm>
            <a:off x="713160" y="1255680"/>
            <a:ext cx="4523400" cy="572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2" name="Google Shape;32;p4"/>
          <p:cNvSpPr/>
          <p:nvPr/>
        </p:nvSpPr>
        <p:spPr>
          <a:xfrm>
            <a:off x="8708760" y="337428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cxnSp>
        <p:nvCxnSpPr>
          <p:cNvPr id="33" name="Google Shape;33;p4"/>
          <p:cNvCxnSpPr/>
          <p:nvPr/>
        </p:nvCxnSpPr>
        <p:spPr>
          <a:xfrm>
            <a:off x="712440" y="539280"/>
            <a:ext cx="5843880" cy="360"/>
          </a:xfrm>
          <a:prstGeom prst="straightConnector1">
            <a:avLst/>
          </a:prstGeom>
          <a:noFill/>
          <a:ln cap="flat" cmpd="sng" w="9525">
            <a:solidFill>
              <a:srgbClr val="E9D6CB"/>
            </a:solidFill>
            <a:prstDash val="solid"/>
            <a:round/>
            <a:headEnd len="sm" w="sm" type="none"/>
            <a:tailEnd len="sm" w="sm" type="none"/>
          </a:ln>
        </p:spPr>
      </p:cxnSp>
      <p:cxnSp>
        <p:nvCxnSpPr>
          <p:cNvPr id="34" name="Google Shape;34;p4"/>
          <p:cNvCxnSpPr/>
          <p:nvPr/>
        </p:nvCxnSpPr>
        <p:spPr>
          <a:xfrm>
            <a:off x="713160" y="4603680"/>
            <a:ext cx="4854600" cy="360"/>
          </a:xfrm>
          <a:prstGeom prst="straightConnector1">
            <a:avLst/>
          </a:prstGeom>
          <a:noFill/>
          <a:ln cap="flat" cmpd="sng" w="9525">
            <a:solidFill>
              <a:srgbClr val="E9D6CB"/>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35" name="Shape 35"/>
        <p:cNvGrpSpPr/>
        <p:nvPr/>
      </p:nvGrpSpPr>
      <p:grpSpPr>
        <a:xfrm>
          <a:off x="0" y="0"/>
          <a:ext cx="0" cy="0"/>
          <a:chOff x="0" y="0"/>
          <a:chExt cx="0" cy="0"/>
        </a:xfrm>
      </p:grpSpPr>
      <p:grpSp>
        <p:nvGrpSpPr>
          <p:cNvPr id="36" name="Google Shape;36;p5"/>
          <p:cNvGrpSpPr/>
          <p:nvPr/>
        </p:nvGrpSpPr>
        <p:grpSpPr>
          <a:xfrm>
            <a:off x="360" y="0"/>
            <a:ext cx="9143640" cy="5143320"/>
            <a:chOff x="360" y="0"/>
            <a:chExt cx="9143640" cy="5143320"/>
          </a:xfrm>
        </p:grpSpPr>
        <p:grpSp>
          <p:nvGrpSpPr>
            <p:cNvPr id="37" name="Google Shape;37;p5"/>
            <p:cNvGrpSpPr/>
            <p:nvPr/>
          </p:nvGrpSpPr>
          <p:grpSpPr>
            <a:xfrm>
              <a:off x="360" y="0"/>
              <a:ext cx="9143640" cy="5143320"/>
              <a:chOff x="360" y="0"/>
              <a:chExt cx="9143640" cy="5143320"/>
            </a:xfrm>
          </p:grpSpPr>
          <p:pic>
            <p:nvPicPr>
              <p:cNvPr id="38" name="Google Shape;38;p5"/>
              <p:cNvPicPr preferRelativeResize="0"/>
              <p:nvPr/>
            </p:nvPicPr>
            <p:blipFill rotWithShape="1">
              <a:blip r:embed="rId2">
                <a:alphaModFix amt="50000"/>
              </a:blip>
              <a:srcRect b="0" l="0" r="0" t="0"/>
              <a:stretch/>
            </p:blipFill>
            <p:spPr>
              <a:xfrm flipH="1">
                <a:off x="360" y="0"/>
                <a:ext cx="9143640" cy="5143320"/>
              </a:xfrm>
              <a:prstGeom prst="rect">
                <a:avLst/>
              </a:prstGeom>
              <a:noFill/>
              <a:ln>
                <a:noFill/>
              </a:ln>
            </p:spPr>
          </p:pic>
          <p:sp>
            <p:nvSpPr>
              <p:cNvPr id="39" name="Google Shape;39;p5"/>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40" name="Google Shape;40;p5"/>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cxnSp>
            <p:nvCxnSpPr>
              <p:cNvPr id="41" name="Google Shape;41;p5"/>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grpSp>
        <p:sp>
          <p:nvSpPr>
            <p:cNvPr id="42" name="Google Shape;42;p5"/>
            <p:cNvSpPr/>
            <p:nvPr/>
          </p:nvSpPr>
          <p:spPr>
            <a:xfrm>
              <a:off x="1170360" y="11700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 name="Google Shape;43;p5"/>
            <p:cNvSpPr/>
            <p:nvPr/>
          </p:nvSpPr>
          <p:spPr>
            <a:xfrm>
              <a:off x="7639200" y="47048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44" name="Google Shape;44;p5"/>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5" name="Google Shape;45;p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46" name="Shape 46"/>
        <p:cNvGrpSpPr/>
        <p:nvPr/>
      </p:nvGrpSpPr>
      <p:grpSpPr>
        <a:xfrm>
          <a:off x="0" y="0"/>
          <a:ext cx="0" cy="0"/>
          <a:chOff x="0" y="0"/>
          <a:chExt cx="0" cy="0"/>
        </a:xfrm>
      </p:grpSpPr>
      <p:grpSp>
        <p:nvGrpSpPr>
          <p:cNvPr id="47" name="Google Shape;47;p6"/>
          <p:cNvGrpSpPr/>
          <p:nvPr/>
        </p:nvGrpSpPr>
        <p:grpSpPr>
          <a:xfrm>
            <a:off x="360" y="0"/>
            <a:ext cx="9143640" cy="5143320"/>
            <a:chOff x="360" y="0"/>
            <a:chExt cx="9143640" cy="5143320"/>
          </a:xfrm>
        </p:grpSpPr>
        <p:grpSp>
          <p:nvGrpSpPr>
            <p:cNvPr id="48" name="Google Shape;48;p6"/>
            <p:cNvGrpSpPr/>
            <p:nvPr/>
          </p:nvGrpSpPr>
          <p:grpSpPr>
            <a:xfrm>
              <a:off x="360" y="0"/>
              <a:ext cx="9143640" cy="5143320"/>
              <a:chOff x="360" y="0"/>
              <a:chExt cx="9143640" cy="5143320"/>
            </a:xfrm>
          </p:grpSpPr>
          <p:pic>
            <p:nvPicPr>
              <p:cNvPr id="49" name="Google Shape;49;p6"/>
              <p:cNvPicPr preferRelativeResize="0"/>
              <p:nvPr/>
            </p:nvPicPr>
            <p:blipFill rotWithShape="1">
              <a:blip r:embed="rId2">
                <a:alphaModFix amt="50000"/>
              </a:blip>
              <a:srcRect b="0" l="0" r="0" t="0"/>
              <a:stretch/>
            </p:blipFill>
            <p:spPr>
              <a:xfrm flipH="1">
                <a:off x="360" y="0"/>
                <a:ext cx="9143640" cy="5143320"/>
              </a:xfrm>
              <a:prstGeom prst="rect">
                <a:avLst/>
              </a:prstGeom>
              <a:noFill/>
              <a:ln>
                <a:noFill/>
              </a:ln>
            </p:spPr>
          </p:pic>
          <p:sp>
            <p:nvSpPr>
              <p:cNvPr id="50" name="Google Shape;50;p6"/>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51" name="Google Shape;51;p6"/>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cxnSp>
            <p:nvCxnSpPr>
              <p:cNvPr id="52" name="Google Shape;52;p6"/>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grpSp>
        <p:sp>
          <p:nvSpPr>
            <p:cNvPr id="53" name="Google Shape;53;p6"/>
            <p:cNvSpPr/>
            <p:nvPr/>
          </p:nvSpPr>
          <p:spPr>
            <a:xfrm>
              <a:off x="1170360" y="11700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 name="Google Shape;54;p6"/>
            <p:cNvSpPr/>
            <p:nvPr/>
          </p:nvSpPr>
          <p:spPr>
            <a:xfrm>
              <a:off x="7639200" y="47048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55" name="Google Shape;55;p6"/>
          <p:cNvSpPr txBox="1"/>
          <p:nvPr>
            <p:ph type="title"/>
          </p:nvPr>
        </p:nvSpPr>
        <p:spPr>
          <a:xfrm>
            <a:off x="2099160" y="1126440"/>
            <a:ext cx="4945320" cy="8766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6" name="Google Shape;56;p6"/>
          <p:cNvSpPr/>
          <p:nvPr/>
        </p:nvSpPr>
        <p:spPr>
          <a:xfrm>
            <a:off x="2099160" y="3234600"/>
            <a:ext cx="4945320" cy="55584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200" u="none" strike="noStrike">
                <a:solidFill>
                  <a:schemeClr val="dk1"/>
                </a:solidFill>
                <a:latin typeface="Archivo"/>
                <a:ea typeface="Archivo"/>
                <a:cs typeface="Archivo"/>
                <a:sym typeface="Archivo"/>
              </a:rPr>
              <a:t>CREDITS:</a:t>
            </a:r>
            <a:r>
              <a:rPr b="0" lang="en-US" sz="1200" u="none" strike="noStrike">
                <a:solidFill>
                  <a:schemeClr val="dk1"/>
                </a:solidFill>
                <a:latin typeface="Archivo"/>
                <a:ea typeface="Archivo"/>
                <a:cs typeface="Archivo"/>
                <a:sym typeface="Archivo"/>
              </a:rPr>
              <a:t> This presentation template was created by </a:t>
            </a:r>
            <a:r>
              <a:rPr b="1" lang="en-US" sz="1200" u="sng" strike="noStrike">
                <a:solidFill>
                  <a:schemeClr val="hlink"/>
                </a:solidFill>
                <a:latin typeface="Archivo"/>
                <a:ea typeface="Archivo"/>
                <a:cs typeface="Archivo"/>
                <a:sym typeface="Archivo"/>
                <a:hlinkClick r:id="rId3"/>
              </a:rPr>
              <a:t>Slidesgo</a:t>
            </a:r>
            <a:r>
              <a:rPr b="0" lang="en-US" sz="1200" u="none" strike="noStrike">
                <a:solidFill>
                  <a:schemeClr val="dk1"/>
                </a:solidFill>
                <a:latin typeface="Archivo"/>
                <a:ea typeface="Archivo"/>
                <a:cs typeface="Archivo"/>
                <a:sym typeface="Archivo"/>
              </a:rPr>
              <a:t>, and includes icons, infographics &amp; images by </a:t>
            </a:r>
            <a:r>
              <a:rPr b="1" lang="en-US" sz="1200" u="sng" strike="noStrike">
                <a:solidFill>
                  <a:schemeClr val="hlink"/>
                </a:solidFill>
                <a:latin typeface="Archivo"/>
                <a:ea typeface="Archivo"/>
                <a:cs typeface="Archivo"/>
                <a:sym typeface="Archivo"/>
                <a:hlinkClick r:id="rId4"/>
              </a:rPr>
              <a:t>Freepik</a:t>
            </a:r>
            <a:r>
              <a:rPr b="0" lang="en-US" sz="1200" u="sng" strike="noStrike">
                <a:solidFill>
                  <a:schemeClr val="dk1"/>
                </a:solidFill>
                <a:latin typeface="Archivo"/>
                <a:ea typeface="Archivo"/>
                <a:cs typeface="Archivo"/>
                <a:sym typeface="Archivo"/>
              </a:rPr>
              <a:t> </a:t>
            </a:r>
            <a:endParaRPr b="0" sz="12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lt1"/>
        </a:solidFill>
      </p:bgPr>
    </p:bg>
    <p:spTree>
      <p:nvGrpSpPr>
        <p:cNvPr id="57" name="Shape 57"/>
        <p:cNvGrpSpPr/>
        <p:nvPr/>
      </p:nvGrpSpPr>
      <p:grpSpPr>
        <a:xfrm>
          <a:off x="0" y="0"/>
          <a:ext cx="0" cy="0"/>
          <a:chOff x="0" y="0"/>
          <a:chExt cx="0" cy="0"/>
        </a:xfrm>
      </p:grpSpPr>
      <p:grpSp>
        <p:nvGrpSpPr>
          <p:cNvPr id="58" name="Google Shape;58;p7"/>
          <p:cNvGrpSpPr/>
          <p:nvPr/>
        </p:nvGrpSpPr>
        <p:grpSpPr>
          <a:xfrm>
            <a:off x="0" y="0"/>
            <a:ext cx="9143640" cy="5143320"/>
            <a:chOff x="0" y="0"/>
            <a:chExt cx="9143640" cy="5143320"/>
          </a:xfrm>
        </p:grpSpPr>
        <p:pic>
          <p:nvPicPr>
            <p:cNvPr id="59" name="Google Shape;59;p7"/>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60" name="Google Shape;60;p7"/>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 name="Google Shape;61;p7"/>
            <p:cNvSpPr/>
            <p:nvPr/>
          </p:nvSpPr>
          <p:spPr>
            <a:xfrm flipH="1">
              <a:off x="8708400" y="8575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 name="Google Shape;62;p7"/>
            <p:cNvSpPr/>
            <p:nvPr/>
          </p:nvSpPr>
          <p:spPr>
            <a:xfrm flipH="1">
              <a:off x="100800" y="3864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63" name="Google Shape;63;p7"/>
          <p:cNvSpPr txBox="1"/>
          <p:nvPr>
            <p:ph hasCustomPrompt="1" type="title"/>
          </p:nvPr>
        </p:nvSpPr>
        <p:spPr>
          <a:xfrm>
            <a:off x="712800" y="1840320"/>
            <a:ext cx="4778280" cy="100548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a:r>
              <a:t>xx%</a:t>
            </a:r>
          </a:p>
        </p:txBody>
      </p:sp>
      <p:sp>
        <p:nvSpPr>
          <p:cNvPr id="64" name="Google Shape;64;p7"/>
          <p:cNvSpPr txBox="1"/>
          <p:nvPr>
            <p:ph idx="1" type="body"/>
          </p:nvPr>
        </p:nvSpPr>
        <p:spPr>
          <a:xfrm>
            <a:off x="5643720" y="539640"/>
            <a:ext cx="2786760" cy="4064040"/>
          </a:xfrm>
          <a:prstGeom prst="rect">
            <a:avLst/>
          </a:prstGeom>
          <a:noFill/>
          <a:ln cap="flat" cmpd="sng" w="9525">
            <a:solidFill>
              <a:schemeClr val="lt2"/>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65" name="Google Shape;65;p7"/>
          <p:cNvCxnSpPr/>
          <p:nvPr/>
        </p:nvCxnSpPr>
        <p:spPr>
          <a:xfrm>
            <a:off x="712440" y="539280"/>
            <a:ext cx="5843880" cy="360"/>
          </a:xfrm>
          <a:prstGeom prst="straightConnector1">
            <a:avLst/>
          </a:prstGeom>
          <a:noFill/>
          <a:ln cap="flat" cmpd="sng" w="9525">
            <a:solidFill>
              <a:srgbClr val="E9D6CB"/>
            </a:solidFill>
            <a:prstDash val="solid"/>
            <a:round/>
            <a:headEnd len="sm" w="sm" type="none"/>
            <a:tailEnd len="sm" w="sm" type="none"/>
          </a:ln>
        </p:spPr>
      </p:cxnSp>
      <p:cxnSp>
        <p:nvCxnSpPr>
          <p:cNvPr id="66" name="Google Shape;66;p7"/>
          <p:cNvCxnSpPr/>
          <p:nvPr/>
        </p:nvCxnSpPr>
        <p:spPr>
          <a:xfrm>
            <a:off x="713160" y="4603680"/>
            <a:ext cx="4854600" cy="360"/>
          </a:xfrm>
          <a:prstGeom prst="straightConnector1">
            <a:avLst/>
          </a:prstGeom>
          <a:noFill/>
          <a:ln cap="flat" cmpd="sng" w="9525">
            <a:solidFill>
              <a:srgbClr val="E9D6CB"/>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rgbClr val="FFFFFF"/>
        </a:solidFill>
      </p:bgPr>
    </p:bg>
    <p:spTree>
      <p:nvGrpSpPr>
        <p:cNvPr id="67" name="Shape 6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chemeClr val="lt1"/>
        </a:solidFill>
      </p:bgPr>
    </p:bg>
    <p:spTree>
      <p:nvGrpSpPr>
        <p:cNvPr id="68" name="Shape 68"/>
        <p:cNvGrpSpPr/>
        <p:nvPr/>
      </p:nvGrpSpPr>
      <p:grpSpPr>
        <a:xfrm>
          <a:off x="0" y="0"/>
          <a:ext cx="0" cy="0"/>
          <a:chOff x="0" y="0"/>
          <a:chExt cx="0" cy="0"/>
        </a:xfrm>
      </p:grpSpPr>
      <p:sp>
        <p:nvSpPr>
          <p:cNvPr id="69" name="Google Shape;69;p9"/>
          <p:cNvSpPr/>
          <p:nvPr/>
        </p:nvSpPr>
        <p:spPr>
          <a:xfrm flipH="1">
            <a:off x="26748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 name="Google Shape;70;p9"/>
          <p:cNvSpPr/>
          <p:nvPr/>
        </p:nvSpPr>
        <p:spPr>
          <a:xfrm flipH="1">
            <a:off x="100440" y="3864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pic>
        <p:nvPicPr>
          <p:cNvPr id="71" name="Google Shape;71;p9"/>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72" name="Google Shape;72;p9"/>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 name="Google Shape;73;p9"/>
          <p:cNvSpPr txBox="1"/>
          <p:nvPr>
            <p:ph idx="2" type="title"/>
          </p:nvPr>
        </p:nvSpPr>
        <p:spPr>
          <a:xfrm>
            <a:off x="1505520" y="1588320"/>
            <a:ext cx="734400" cy="45684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4" name="Google Shape;74;p9"/>
          <p:cNvSpPr txBox="1"/>
          <p:nvPr>
            <p:ph idx="3" type="title"/>
          </p:nvPr>
        </p:nvSpPr>
        <p:spPr>
          <a:xfrm>
            <a:off x="1505520" y="2869200"/>
            <a:ext cx="734400" cy="45684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5" name="Google Shape;75;p9"/>
          <p:cNvSpPr txBox="1"/>
          <p:nvPr>
            <p:ph idx="4" type="title"/>
          </p:nvPr>
        </p:nvSpPr>
        <p:spPr>
          <a:xfrm>
            <a:off x="4204800" y="1588320"/>
            <a:ext cx="734400" cy="45684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6" name="Google Shape;76;p9"/>
          <p:cNvSpPr txBox="1"/>
          <p:nvPr>
            <p:ph idx="5" type="title"/>
          </p:nvPr>
        </p:nvSpPr>
        <p:spPr>
          <a:xfrm>
            <a:off x="4204800" y="2869200"/>
            <a:ext cx="734400" cy="45684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7" name="Google Shape;77;p9"/>
          <p:cNvSpPr txBox="1"/>
          <p:nvPr>
            <p:ph idx="6" type="title"/>
          </p:nvPr>
        </p:nvSpPr>
        <p:spPr>
          <a:xfrm>
            <a:off x="6904080" y="1588320"/>
            <a:ext cx="734400" cy="45684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8" name="Google Shape;78;p9"/>
          <p:cNvSpPr txBox="1"/>
          <p:nvPr>
            <p:ph idx="7" type="title"/>
          </p:nvPr>
        </p:nvSpPr>
        <p:spPr>
          <a:xfrm>
            <a:off x="6904080" y="2869200"/>
            <a:ext cx="734400" cy="45684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79" name="Google Shape;79;p9"/>
          <p:cNvCxnSpPr/>
          <p:nvPr/>
        </p:nvCxnSpPr>
        <p:spPr>
          <a:xfrm flipH="1">
            <a:off x="714240" y="4603680"/>
            <a:ext cx="7717320" cy="360"/>
          </a:xfrm>
          <a:prstGeom prst="straightConnector1">
            <a:avLst/>
          </a:prstGeom>
          <a:noFill/>
          <a:ln cap="flat" cmpd="sng" w="9525">
            <a:solidFill>
              <a:srgbClr val="E9D6CB"/>
            </a:solidFill>
            <a:prstDash val="solid"/>
            <a:round/>
            <a:headEnd len="sm" w="sm" type="none"/>
            <a:tailEnd len="sm" w="sm" type="none"/>
          </a:ln>
        </p:spPr>
      </p:cxnSp>
      <p:cxnSp>
        <p:nvCxnSpPr>
          <p:cNvPr id="80" name="Google Shape;80;p9"/>
          <p:cNvCxnSpPr/>
          <p:nvPr/>
        </p:nvCxnSpPr>
        <p:spPr>
          <a:xfrm flipH="1">
            <a:off x="71424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81" name="Google Shape;81;p9"/>
          <p:cNvSpPr/>
          <p:nvPr/>
        </p:nvSpPr>
        <p:spPr>
          <a:xfrm flipH="1">
            <a:off x="8708040" y="8575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
  <p:cSld name="CUSTOM_10">
    <p:bg>
      <p:bgPr>
        <a:solidFill>
          <a:schemeClr val="lt1"/>
        </a:solidFill>
      </p:bgPr>
    </p:bg>
    <p:spTree>
      <p:nvGrpSpPr>
        <p:cNvPr id="82" name="Shape 82"/>
        <p:cNvGrpSpPr/>
        <p:nvPr/>
      </p:nvGrpSpPr>
      <p:grpSpPr>
        <a:xfrm>
          <a:off x="0" y="0"/>
          <a:ext cx="0" cy="0"/>
          <a:chOff x="0" y="0"/>
          <a:chExt cx="0" cy="0"/>
        </a:xfrm>
      </p:grpSpPr>
      <p:grpSp>
        <p:nvGrpSpPr>
          <p:cNvPr id="83" name="Google Shape;83;p10"/>
          <p:cNvGrpSpPr/>
          <p:nvPr/>
        </p:nvGrpSpPr>
        <p:grpSpPr>
          <a:xfrm>
            <a:off x="0" y="0"/>
            <a:ext cx="9143640" cy="5143320"/>
            <a:chOff x="0" y="0"/>
            <a:chExt cx="9143640" cy="5143320"/>
          </a:xfrm>
        </p:grpSpPr>
        <p:pic>
          <p:nvPicPr>
            <p:cNvPr id="84" name="Google Shape;84;p10"/>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85" name="Google Shape;85;p10"/>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86" name="Google Shape;86;p10"/>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87" name="Google Shape;87;p10"/>
            <p:cNvSpPr/>
            <p:nvPr/>
          </p:nvSpPr>
          <p:spPr>
            <a:xfrm flipH="1">
              <a:off x="8708400" y="1623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88" name="Google Shape;88;p10"/>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89" name="Google Shape;89;p10"/>
            <p:cNvSpPr/>
            <p:nvPr/>
          </p:nvSpPr>
          <p:spPr>
            <a:xfrm flipH="1">
              <a:off x="100800" y="336276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90" name="Google Shape;90;p10"/>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p:cSld name="CUSTOM_10_1">
    <p:bg>
      <p:bgPr>
        <a:solidFill>
          <a:schemeClr val="lt1"/>
        </a:solidFill>
      </p:bgPr>
    </p:bg>
    <p:spTree>
      <p:nvGrpSpPr>
        <p:cNvPr id="91" name="Shape 91"/>
        <p:cNvGrpSpPr/>
        <p:nvPr/>
      </p:nvGrpSpPr>
      <p:grpSpPr>
        <a:xfrm>
          <a:off x="0" y="0"/>
          <a:ext cx="0" cy="0"/>
          <a:chOff x="0" y="0"/>
          <a:chExt cx="0" cy="0"/>
        </a:xfrm>
      </p:grpSpPr>
      <p:grpSp>
        <p:nvGrpSpPr>
          <p:cNvPr id="92" name="Google Shape;92;p11"/>
          <p:cNvGrpSpPr/>
          <p:nvPr/>
        </p:nvGrpSpPr>
        <p:grpSpPr>
          <a:xfrm>
            <a:off x="0" y="0"/>
            <a:ext cx="9143640" cy="5143320"/>
            <a:chOff x="0" y="0"/>
            <a:chExt cx="9143640" cy="5143320"/>
          </a:xfrm>
        </p:grpSpPr>
        <p:pic>
          <p:nvPicPr>
            <p:cNvPr id="93" name="Google Shape;93;p11"/>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94" name="Google Shape;94;p11"/>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95" name="Google Shape;95;p11"/>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96" name="Google Shape;96;p11"/>
            <p:cNvSpPr/>
            <p:nvPr/>
          </p:nvSpPr>
          <p:spPr>
            <a:xfrm flipH="1">
              <a:off x="8708400" y="8575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97" name="Google Shape;97;p11"/>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98" name="Google Shape;98;p11"/>
            <p:cNvSpPr/>
            <p:nvPr/>
          </p:nvSpPr>
          <p:spPr>
            <a:xfrm flipH="1">
              <a:off x="100800" y="3864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99" name="Google Shape;99;p11"/>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
  <p:cSld name="CUSTOM_6">
    <p:bg>
      <p:bgPr>
        <a:solidFill>
          <a:schemeClr val="lt1"/>
        </a:solidFill>
      </p:bgPr>
    </p:bg>
    <p:spTree>
      <p:nvGrpSpPr>
        <p:cNvPr id="100" name="Shape 100"/>
        <p:cNvGrpSpPr/>
        <p:nvPr/>
      </p:nvGrpSpPr>
      <p:grpSpPr>
        <a:xfrm>
          <a:off x="0" y="0"/>
          <a:ext cx="0" cy="0"/>
          <a:chOff x="0" y="0"/>
          <a:chExt cx="0" cy="0"/>
        </a:xfrm>
      </p:grpSpPr>
      <p:grpSp>
        <p:nvGrpSpPr>
          <p:cNvPr id="101" name="Google Shape;101;p12"/>
          <p:cNvGrpSpPr/>
          <p:nvPr/>
        </p:nvGrpSpPr>
        <p:grpSpPr>
          <a:xfrm>
            <a:off x="360" y="0"/>
            <a:ext cx="9143640" cy="5143320"/>
            <a:chOff x="360" y="0"/>
            <a:chExt cx="9143640" cy="5143320"/>
          </a:xfrm>
        </p:grpSpPr>
        <p:grpSp>
          <p:nvGrpSpPr>
            <p:cNvPr id="102" name="Google Shape;102;p12"/>
            <p:cNvGrpSpPr/>
            <p:nvPr/>
          </p:nvGrpSpPr>
          <p:grpSpPr>
            <a:xfrm>
              <a:off x="360" y="0"/>
              <a:ext cx="9143640" cy="5143320"/>
              <a:chOff x="360" y="0"/>
              <a:chExt cx="9143640" cy="5143320"/>
            </a:xfrm>
          </p:grpSpPr>
          <p:pic>
            <p:nvPicPr>
              <p:cNvPr id="103" name="Google Shape;103;p12"/>
              <p:cNvPicPr preferRelativeResize="0"/>
              <p:nvPr/>
            </p:nvPicPr>
            <p:blipFill rotWithShape="1">
              <a:blip r:embed="rId2">
                <a:alphaModFix amt="50000"/>
              </a:blip>
              <a:srcRect b="0" l="0" r="0" t="0"/>
              <a:stretch/>
            </p:blipFill>
            <p:spPr>
              <a:xfrm flipH="1">
                <a:off x="360" y="0"/>
                <a:ext cx="9143640" cy="5143320"/>
              </a:xfrm>
              <a:prstGeom prst="rect">
                <a:avLst/>
              </a:prstGeom>
              <a:noFill/>
              <a:ln>
                <a:noFill/>
              </a:ln>
            </p:spPr>
          </p:pic>
          <p:sp>
            <p:nvSpPr>
              <p:cNvPr id="104" name="Google Shape;104;p12"/>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05" name="Google Shape;105;p12"/>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cxnSp>
            <p:nvCxnSpPr>
              <p:cNvPr id="106" name="Google Shape;106;p12"/>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grpSp>
        <p:sp>
          <p:nvSpPr>
            <p:cNvPr id="107" name="Google Shape;107;p12"/>
            <p:cNvSpPr/>
            <p:nvPr/>
          </p:nvSpPr>
          <p:spPr>
            <a:xfrm>
              <a:off x="1170360" y="11700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 name="Google Shape;108;p12"/>
            <p:cNvSpPr/>
            <p:nvPr/>
          </p:nvSpPr>
          <p:spPr>
            <a:xfrm>
              <a:off x="7639200" y="47048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09" name="Google Shape;109;p12"/>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lt1"/>
        </a:solidFill>
      </p:bgPr>
    </p:bg>
    <p:spTree>
      <p:nvGrpSpPr>
        <p:cNvPr id="110" name="Shape 110"/>
        <p:cNvGrpSpPr/>
        <p:nvPr/>
      </p:nvGrpSpPr>
      <p:grpSpPr>
        <a:xfrm>
          <a:off x="0" y="0"/>
          <a:ext cx="0" cy="0"/>
          <a:chOff x="0" y="0"/>
          <a:chExt cx="0" cy="0"/>
        </a:xfrm>
      </p:grpSpPr>
      <p:grpSp>
        <p:nvGrpSpPr>
          <p:cNvPr id="111" name="Google Shape;111;p13"/>
          <p:cNvGrpSpPr/>
          <p:nvPr/>
        </p:nvGrpSpPr>
        <p:grpSpPr>
          <a:xfrm>
            <a:off x="0" y="0"/>
            <a:ext cx="9143640" cy="5143320"/>
            <a:chOff x="0" y="0"/>
            <a:chExt cx="9143640" cy="5143320"/>
          </a:xfrm>
        </p:grpSpPr>
        <p:pic>
          <p:nvPicPr>
            <p:cNvPr id="112" name="Google Shape;112;p13"/>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113" name="Google Shape;113;p13"/>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14" name="Google Shape;114;p13"/>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115" name="Google Shape;115;p13"/>
            <p:cNvSpPr/>
            <p:nvPr/>
          </p:nvSpPr>
          <p:spPr>
            <a:xfrm flipH="1">
              <a:off x="8708400" y="8575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16" name="Google Shape;116;p13"/>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117" name="Google Shape;117;p13"/>
            <p:cNvSpPr/>
            <p:nvPr/>
          </p:nvSpPr>
          <p:spPr>
            <a:xfrm flipH="1">
              <a:off x="100800" y="3864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18" name="Google Shape;118;p13"/>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
  <p:cSld name="CUSTOM_7">
    <p:bg>
      <p:bgPr>
        <a:solidFill>
          <a:schemeClr val="lt1"/>
        </a:solidFill>
      </p:bgPr>
    </p:bg>
    <p:spTree>
      <p:nvGrpSpPr>
        <p:cNvPr id="119" name="Shape 119"/>
        <p:cNvGrpSpPr/>
        <p:nvPr/>
      </p:nvGrpSpPr>
      <p:grpSpPr>
        <a:xfrm>
          <a:off x="0" y="0"/>
          <a:ext cx="0" cy="0"/>
          <a:chOff x="0" y="0"/>
          <a:chExt cx="0" cy="0"/>
        </a:xfrm>
      </p:grpSpPr>
      <p:grpSp>
        <p:nvGrpSpPr>
          <p:cNvPr id="120" name="Google Shape;120;p14"/>
          <p:cNvGrpSpPr/>
          <p:nvPr/>
        </p:nvGrpSpPr>
        <p:grpSpPr>
          <a:xfrm>
            <a:off x="360" y="0"/>
            <a:ext cx="9143640" cy="5143320"/>
            <a:chOff x="360" y="0"/>
            <a:chExt cx="9143640" cy="5143320"/>
          </a:xfrm>
        </p:grpSpPr>
        <p:pic>
          <p:nvPicPr>
            <p:cNvPr id="121" name="Google Shape;121;p14"/>
            <p:cNvPicPr preferRelativeResize="0"/>
            <p:nvPr/>
          </p:nvPicPr>
          <p:blipFill rotWithShape="1">
            <a:blip r:embed="rId2">
              <a:alphaModFix amt="50000"/>
            </a:blip>
            <a:srcRect b="0" l="0" r="0" t="0"/>
            <a:stretch/>
          </p:blipFill>
          <p:spPr>
            <a:xfrm flipH="1">
              <a:off x="360" y="0"/>
              <a:ext cx="9143640" cy="5143320"/>
            </a:xfrm>
            <a:prstGeom prst="rect">
              <a:avLst/>
            </a:prstGeom>
            <a:noFill/>
            <a:ln>
              <a:noFill/>
            </a:ln>
          </p:spPr>
        </p:pic>
        <p:sp>
          <p:nvSpPr>
            <p:cNvPr id="122" name="Google Shape;122;p14"/>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23" name="Google Shape;123;p14"/>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124" name="Google Shape;124;p14"/>
            <p:cNvSpPr/>
            <p:nvPr/>
          </p:nvSpPr>
          <p:spPr>
            <a:xfrm flipH="1">
              <a:off x="8094600" y="1166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25" name="Google Shape;125;p14"/>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126" name="Google Shape;126;p14"/>
            <p:cNvSpPr/>
            <p:nvPr/>
          </p:nvSpPr>
          <p:spPr>
            <a:xfrm flipH="1">
              <a:off x="671400" y="470376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27" name="Google Shape;127;p14"/>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
  <p:cSld name="CUSTOM_8">
    <p:bg>
      <p:bgPr>
        <a:solidFill>
          <a:schemeClr val="lt1"/>
        </a:solidFill>
      </p:bgPr>
    </p:bg>
    <p:spTree>
      <p:nvGrpSpPr>
        <p:cNvPr id="128" name="Shape 128"/>
        <p:cNvGrpSpPr/>
        <p:nvPr/>
      </p:nvGrpSpPr>
      <p:grpSpPr>
        <a:xfrm>
          <a:off x="0" y="0"/>
          <a:ext cx="0" cy="0"/>
          <a:chOff x="0" y="0"/>
          <a:chExt cx="0" cy="0"/>
        </a:xfrm>
      </p:grpSpPr>
      <p:sp>
        <p:nvSpPr>
          <p:cNvPr id="129" name="Google Shape;129;p15"/>
          <p:cNvSpPr txBox="1"/>
          <p:nvPr>
            <p:ph type="title"/>
          </p:nvPr>
        </p:nvSpPr>
        <p:spPr>
          <a:xfrm>
            <a:off x="798480" y="2860200"/>
            <a:ext cx="3492360" cy="7686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0" name="Google Shape;130;p15"/>
          <p:cNvSpPr txBox="1"/>
          <p:nvPr>
            <p:ph idx="2" type="title"/>
          </p:nvPr>
        </p:nvSpPr>
        <p:spPr>
          <a:xfrm>
            <a:off x="2825640" y="1149120"/>
            <a:ext cx="3492360" cy="7686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1" name="Google Shape;131;p15"/>
          <p:cNvSpPr txBox="1"/>
          <p:nvPr>
            <p:ph idx="3" type="title"/>
          </p:nvPr>
        </p:nvSpPr>
        <p:spPr>
          <a:xfrm>
            <a:off x="4853160" y="2860200"/>
            <a:ext cx="3492360" cy="7686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32" name="Google Shape;132;p15"/>
          <p:cNvGrpSpPr/>
          <p:nvPr/>
        </p:nvGrpSpPr>
        <p:grpSpPr>
          <a:xfrm>
            <a:off x="0" y="0"/>
            <a:ext cx="9143640" cy="5143320"/>
            <a:chOff x="0" y="0"/>
            <a:chExt cx="9143640" cy="5143320"/>
          </a:xfrm>
        </p:grpSpPr>
        <p:grpSp>
          <p:nvGrpSpPr>
            <p:cNvPr id="133" name="Google Shape;133;p15"/>
            <p:cNvGrpSpPr/>
            <p:nvPr/>
          </p:nvGrpSpPr>
          <p:grpSpPr>
            <a:xfrm>
              <a:off x="0" y="0"/>
              <a:ext cx="9143640" cy="5143320"/>
              <a:chOff x="0" y="0"/>
              <a:chExt cx="9143640" cy="5143320"/>
            </a:xfrm>
          </p:grpSpPr>
          <p:pic>
            <p:nvPicPr>
              <p:cNvPr id="134" name="Google Shape;134;p15"/>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135" name="Google Shape;135;p15"/>
              <p:cNvSpPr/>
              <p:nvPr/>
            </p:nvSpPr>
            <p:spPr>
              <a:xfrm>
                <a:off x="2642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36" name="Google Shape;136;p15"/>
              <p:cNvCxnSpPr/>
              <p:nvPr/>
            </p:nvCxnSpPr>
            <p:spPr>
              <a:xfrm>
                <a:off x="712440" y="4603680"/>
                <a:ext cx="7717320" cy="360"/>
              </a:xfrm>
              <a:prstGeom prst="straightConnector1">
                <a:avLst/>
              </a:prstGeom>
              <a:noFill/>
              <a:ln cap="flat" cmpd="sng" w="9525">
                <a:solidFill>
                  <a:srgbClr val="E9D6CB"/>
                </a:solidFill>
                <a:prstDash val="solid"/>
                <a:round/>
                <a:headEnd len="sm" w="sm" type="none"/>
                <a:tailEnd len="sm" w="sm" type="none"/>
              </a:ln>
            </p:spPr>
          </p:cxnSp>
          <p:cxnSp>
            <p:nvCxnSpPr>
              <p:cNvPr id="137" name="Google Shape;137;p15"/>
              <p:cNvCxnSpPr/>
              <p:nvPr/>
            </p:nvCxnSpPr>
            <p:spPr>
              <a:xfrm>
                <a:off x="712440" y="539280"/>
                <a:ext cx="7717320" cy="360"/>
              </a:xfrm>
              <a:prstGeom prst="straightConnector1">
                <a:avLst/>
              </a:prstGeom>
              <a:noFill/>
              <a:ln cap="flat" cmpd="sng" w="9525">
                <a:solidFill>
                  <a:srgbClr val="E9D6CB"/>
                </a:solidFill>
                <a:prstDash val="solid"/>
                <a:round/>
                <a:headEnd len="sm" w="sm" type="none"/>
                <a:tailEnd len="sm" w="sm" type="none"/>
              </a:ln>
            </p:spPr>
          </p:cxnSp>
        </p:grpSp>
        <p:sp>
          <p:nvSpPr>
            <p:cNvPr id="138" name="Google Shape;138;p15"/>
            <p:cNvSpPr/>
            <p:nvPr/>
          </p:nvSpPr>
          <p:spPr>
            <a:xfrm>
              <a:off x="1170720" y="11700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 name="Google Shape;139;p15"/>
            <p:cNvSpPr/>
            <p:nvPr/>
          </p:nvSpPr>
          <p:spPr>
            <a:xfrm>
              <a:off x="7639560" y="47048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140" name="Shape 140"/>
        <p:cNvGrpSpPr/>
        <p:nvPr/>
      </p:nvGrpSpPr>
      <p:grpSpPr>
        <a:xfrm>
          <a:off x="0" y="0"/>
          <a:ext cx="0" cy="0"/>
          <a:chOff x="0" y="0"/>
          <a:chExt cx="0" cy="0"/>
        </a:xfrm>
      </p:grpSpPr>
      <p:grpSp>
        <p:nvGrpSpPr>
          <p:cNvPr id="141" name="Google Shape;141;p16"/>
          <p:cNvGrpSpPr/>
          <p:nvPr/>
        </p:nvGrpSpPr>
        <p:grpSpPr>
          <a:xfrm>
            <a:off x="360" y="0"/>
            <a:ext cx="9143640" cy="5143320"/>
            <a:chOff x="360" y="0"/>
            <a:chExt cx="9143640" cy="5143320"/>
          </a:xfrm>
        </p:grpSpPr>
        <p:grpSp>
          <p:nvGrpSpPr>
            <p:cNvPr id="142" name="Google Shape;142;p16"/>
            <p:cNvGrpSpPr/>
            <p:nvPr/>
          </p:nvGrpSpPr>
          <p:grpSpPr>
            <a:xfrm>
              <a:off x="360" y="0"/>
              <a:ext cx="9143640" cy="5143320"/>
              <a:chOff x="360" y="0"/>
              <a:chExt cx="9143640" cy="5143320"/>
            </a:xfrm>
          </p:grpSpPr>
          <p:pic>
            <p:nvPicPr>
              <p:cNvPr id="143" name="Google Shape;143;p16"/>
              <p:cNvPicPr preferRelativeResize="0"/>
              <p:nvPr/>
            </p:nvPicPr>
            <p:blipFill rotWithShape="1">
              <a:blip r:embed="rId2">
                <a:alphaModFix amt="50000"/>
              </a:blip>
              <a:srcRect b="0" l="0" r="0" t="0"/>
              <a:stretch/>
            </p:blipFill>
            <p:spPr>
              <a:xfrm flipH="1">
                <a:off x="360" y="0"/>
                <a:ext cx="9143640" cy="5143320"/>
              </a:xfrm>
              <a:prstGeom prst="rect">
                <a:avLst/>
              </a:prstGeom>
              <a:noFill/>
              <a:ln>
                <a:noFill/>
              </a:ln>
            </p:spPr>
          </p:pic>
          <p:sp>
            <p:nvSpPr>
              <p:cNvPr id="144" name="Google Shape;144;p16"/>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45" name="Google Shape;145;p16"/>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cxnSp>
            <p:nvCxnSpPr>
              <p:cNvPr id="146" name="Google Shape;146;p16"/>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grpSp>
        <p:sp>
          <p:nvSpPr>
            <p:cNvPr id="147" name="Google Shape;147;p16"/>
            <p:cNvSpPr/>
            <p:nvPr/>
          </p:nvSpPr>
          <p:spPr>
            <a:xfrm flipH="1">
              <a:off x="8095680" y="11700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8" name="Google Shape;148;p16"/>
            <p:cNvSpPr/>
            <p:nvPr/>
          </p:nvSpPr>
          <p:spPr>
            <a:xfrm flipH="1">
              <a:off x="712440" y="47048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49" name="Google Shape;149;p16"/>
          <p:cNvSpPr txBox="1"/>
          <p:nvPr>
            <p:ph type="title"/>
          </p:nvPr>
        </p:nvSpPr>
        <p:spPr>
          <a:xfrm>
            <a:off x="4047120" y="2609640"/>
            <a:ext cx="4383360" cy="8413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50" name="Google Shape;150;p16"/>
          <p:cNvSpPr txBox="1"/>
          <p:nvPr>
            <p:ph idx="2" type="title"/>
          </p:nvPr>
        </p:nvSpPr>
        <p:spPr>
          <a:xfrm>
            <a:off x="4047120" y="1691640"/>
            <a:ext cx="1235520" cy="84132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51" name="Google Shape;151;p16"/>
          <p:cNvSpPr txBox="1"/>
          <p:nvPr>
            <p:ph idx="1" type="body"/>
          </p:nvPr>
        </p:nvSpPr>
        <p:spPr>
          <a:xfrm>
            <a:off x="713160" y="539640"/>
            <a:ext cx="2760120" cy="4064040"/>
          </a:xfrm>
          <a:prstGeom prst="rect">
            <a:avLst/>
          </a:prstGeom>
          <a:noFill/>
          <a:ln cap="flat" cmpd="sng" w="9525">
            <a:solidFill>
              <a:schemeClr val="lt2"/>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52" name="Google Shape;152;p16"/>
          <p:cNvCxnSpPr/>
          <p:nvPr/>
        </p:nvCxnSpPr>
        <p:spPr>
          <a:xfrm flipH="1">
            <a:off x="3576240" y="4603680"/>
            <a:ext cx="4854600" cy="360"/>
          </a:xfrm>
          <a:prstGeom prst="straightConnector1">
            <a:avLst/>
          </a:prstGeom>
          <a:noFill/>
          <a:ln cap="flat" cmpd="sng" w="9525">
            <a:solidFill>
              <a:srgbClr val="E9D6CB"/>
            </a:solidFill>
            <a:prstDash val="solid"/>
            <a:round/>
            <a:headEnd len="sm" w="sm" type="none"/>
            <a:tailEnd len="sm" w="sm" type="none"/>
          </a:ln>
        </p:spPr>
      </p:cxnSp>
      <p:cxnSp>
        <p:nvCxnSpPr>
          <p:cNvPr id="153" name="Google Shape;153;p16"/>
          <p:cNvCxnSpPr/>
          <p:nvPr/>
        </p:nvCxnSpPr>
        <p:spPr>
          <a:xfrm flipH="1">
            <a:off x="2587680" y="539280"/>
            <a:ext cx="5843880" cy="360"/>
          </a:xfrm>
          <a:prstGeom prst="straightConnector1">
            <a:avLst/>
          </a:prstGeom>
          <a:noFill/>
          <a:ln cap="flat" cmpd="sng" w="9525">
            <a:solidFill>
              <a:srgbClr val="E9D6CB"/>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bg>
      <p:bgPr>
        <a:solidFill>
          <a:schemeClr val="lt1"/>
        </a:solidFill>
      </p:bgPr>
    </p:bg>
    <p:spTree>
      <p:nvGrpSpPr>
        <p:cNvPr id="154" name="Shape 154"/>
        <p:cNvGrpSpPr/>
        <p:nvPr/>
      </p:nvGrpSpPr>
      <p:grpSpPr>
        <a:xfrm>
          <a:off x="0" y="0"/>
          <a:ext cx="0" cy="0"/>
          <a:chOff x="0" y="0"/>
          <a:chExt cx="0" cy="0"/>
        </a:xfrm>
      </p:grpSpPr>
      <p:grpSp>
        <p:nvGrpSpPr>
          <p:cNvPr id="155" name="Google Shape;155;p17"/>
          <p:cNvGrpSpPr/>
          <p:nvPr/>
        </p:nvGrpSpPr>
        <p:grpSpPr>
          <a:xfrm>
            <a:off x="0" y="0"/>
            <a:ext cx="9143640" cy="5143320"/>
            <a:chOff x="0" y="0"/>
            <a:chExt cx="9143640" cy="5143320"/>
          </a:xfrm>
        </p:grpSpPr>
        <p:pic>
          <p:nvPicPr>
            <p:cNvPr id="156" name="Google Shape;156;p17"/>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157" name="Google Shape;157;p17"/>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58" name="Google Shape;158;p17"/>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159" name="Google Shape;159;p17"/>
            <p:cNvSpPr/>
            <p:nvPr/>
          </p:nvSpPr>
          <p:spPr>
            <a:xfrm flipH="1">
              <a:off x="8708400" y="8575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60" name="Google Shape;160;p17"/>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161" name="Google Shape;161;p17"/>
            <p:cNvSpPr/>
            <p:nvPr/>
          </p:nvSpPr>
          <p:spPr>
            <a:xfrm flipH="1">
              <a:off x="100800" y="3864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_1">
  <p:cSld name="CUSTOM_9_1">
    <p:bg>
      <p:bgPr>
        <a:solidFill>
          <a:schemeClr val="lt1"/>
        </a:solidFill>
      </p:bgPr>
    </p:bg>
    <p:spTree>
      <p:nvGrpSpPr>
        <p:cNvPr id="162" name="Shape 162"/>
        <p:cNvGrpSpPr/>
        <p:nvPr/>
      </p:nvGrpSpPr>
      <p:grpSpPr>
        <a:xfrm>
          <a:off x="0" y="0"/>
          <a:ext cx="0" cy="0"/>
          <a:chOff x="0" y="0"/>
          <a:chExt cx="0" cy="0"/>
        </a:xfrm>
      </p:grpSpPr>
      <p:grpSp>
        <p:nvGrpSpPr>
          <p:cNvPr id="163" name="Google Shape;163;p18"/>
          <p:cNvGrpSpPr/>
          <p:nvPr/>
        </p:nvGrpSpPr>
        <p:grpSpPr>
          <a:xfrm>
            <a:off x="360" y="0"/>
            <a:ext cx="9143640" cy="5143320"/>
            <a:chOff x="360" y="0"/>
            <a:chExt cx="9143640" cy="5143320"/>
          </a:xfrm>
        </p:grpSpPr>
        <p:pic>
          <p:nvPicPr>
            <p:cNvPr id="164" name="Google Shape;164;p18"/>
            <p:cNvPicPr preferRelativeResize="0"/>
            <p:nvPr/>
          </p:nvPicPr>
          <p:blipFill rotWithShape="1">
            <a:blip r:embed="rId2">
              <a:alphaModFix amt="50000"/>
            </a:blip>
            <a:srcRect b="0" l="0" r="0" t="0"/>
            <a:stretch/>
          </p:blipFill>
          <p:spPr>
            <a:xfrm flipH="1">
              <a:off x="360" y="0"/>
              <a:ext cx="9143640" cy="5143320"/>
            </a:xfrm>
            <a:prstGeom prst="rect">
              <a:avLst/>
            </a:prstGeom>
            <a:noFill/>
            <a:ln>
              <a:noFill/>
            </a:ln>
          </p:spPr>
        </p:pic>
        <p:sp>
          <p:nvSpPr>
            <p:cNvPr id="165" name="Google Shape;165;p18"/>
            <p:cNvSpPr/>
            <p:nvPr/>
          </p:nvSpPr>
          <p:spPr>
            <a:xfrm>
              <a:off x="2642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66" name="Google Shape;166;p18"/>
            <p:cNvCxnSpPr/>
            <p:nvPr/>
          </p:nvCxnSpPr>
          <p:spPr>
            <a:xfrm>
              <a:off x="71244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167" name="Google Shape;167;p18"/>
            <p:cNvSpPr/>
            <p:nvPr/>
          </p:nvSpPr>
          <p:spPr>
            <a:xfrm>
              <a:off x="101160" y="1623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68" name="Google Shape;168;p18"/>
            <p:cNvCxnSpPr/>
            <p:nvPr/>
          </p:nvCxnSpPr>
          <p:spPr>
            <a:xfrm>
              <a:off x="71244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169" name="Google Shape;169;p18"/>
            <p:cNvSpPr/>
            <p:nvPr/>
          </p:nvSpPr>
          <p:spPr>
            <a:xfrm>
              <a:off x="8708760" y="336276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170" name="Shape 170"/>
        <p:cNvGrpSpPr/>
        <p:nvPr/>
      </p:nvGrpSpPr>
      <p:grpSpPr>
        <a:xfrm>
          <a:off x="0" y="0"/>
          <a:ext cx="0" cy="0"/>
          <a:chOff x="0" y="0"/>
          <a:chExt cx="0" cy="0"/>
        </a:xfrm>
      </p:grpSpPr>
      <p:grpSp>
        <p:nvGrpSpPr>
          <p:cNvPr id="171" name="Google Shape;171;p19"/>
          <p:cNvGrpSpPr/>
          <p:nvPr/>
        </p:nvGrpSpPr>
        <p:grpSpPr>
          <a:xfrm>
            <a:off x="0" y="0"/>
            <a:ext cx="9143640" cy="5143320"/>
            <a:chOff x="0" y="0"/>
            <a:chExt cx="9143640" cy="5143320"/>
          </a:xfrm>
        </p:grpSpPr>
        <p:pic>
          <p:nvPicPr>
            <p:cNvPr id="172" name="Google Shape;172;p19"/>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173" name="Google Shape;173;p19"/>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74" name="Google Shape;174;p19"/>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175" name="Google Shape;175;p19"/>
            <p:cNvSpPr/>
            <p:nvPr/>
          </p:nvSpPr>
          <p:spPr>
            <a:xfrm flipH="1">
              <a:off x="8708400" y="1623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76" name="Google Shape;176;p19"/>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177" name="Google Shape;177;p19"/>
            <p:cNvSpPr/>
            <p:nvPr/>
          </p:nvSpPr>
          <p:spPr>
            <a:xfrm flipH="1">
              <a:off x="100800" y="336276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8" name="Google Shape;178;p19"/>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9" name="Google Shape;179;p19"/>
          <p:cNvSpPr txBox="1"/>
          <p:nvPr>
            <p:ph idx="1" type="body"/>
          </p:nvPr>
        </p:nvSpPr>
        <p:spPr>
          <a:xfrm>
            <a:off x="713160" y="1215720"/>
            <a:ext cx="7717320" cy="24804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lt1"/>
        </a:solidFill>
      </p:bgPr>
    </p:bg>
    <p:spTree>
      <p:nvGrpSpPr>
        <p:cNvPr id="180" name="Shape 180"/>
        <p:cNvGrpSpPr/>
        <p:nvPr/>
      </p:nvGrpSpPr>
      <p:grpSpPr>
        <a:xfrm>
          <a:off x="0" y="0"/>
          <a:ext cx="0" cy="0"/>
          <a:chOff x="0" y="0"/>
          <a:chExt cx="0" cy="0"/>
        </a:xfrm>
      </p:grpSpPr>
      <p:pic>
        <p:nvPicPr>
          <p:cNvPr id="181" name="Google Shape;181;p20"/>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182" name="Google Shape;182;p20"/>
          <p:cNvSpPr/>
          <p:nvPr/>
        </p:nvSpPr>
        <p:spPr>
          <a:xfrm>
            <a:off x="2642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 name="Google Shape;183;p20"/>
          <p:cNvSpPr/>
          <p:nvPr/>
        </p:nvSpPr>
        <p:spPr>
          <a:xfrm>
            <a:off x="101160" y="8575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4" name="Google Shape;184;p20"/>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185" name="Google Shape;185;p20"/>
          <p:cNvCxnSpPr/>
          <p:nvPr/>
        </p:nvCxnSpPr>
        <p:spPr>
          <a:xfrm>
            <a:off x="71244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186" name="Google Shape;186;p20"/>
          <p:cNvSpPr/>
          <p:nvPr/>
        </p:nvSpPr>
        <p:spPr>
          <a:xfrm>
            <a:off x="8708760" y="3864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87" name="Google Shape;187;p20"/>
          <p:cNvCxnSpPr/>
          <p:nvPr/>
        </p:nvCxnSpPr>
        <p:spPr>
          <a:xfrm>
            <a:off x="712440" y="4603680"/>
            <a:ext cx="7717320" cy="360"/>
          </a:xfrm>
          <a:prstGeom prst="straightConnector1">
            <a:avLst/>
          </a:prstGeom>
          <a:noFill/>
          <a:ln cap="flat" cmpd="sng" w="9525">
            <a:solidFill>
              <a:srgbClr val="E9D6CB"/>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lt1"/>
        </a:solidFill>
      </p:bgPr>
    </p:bg>
    <p:spTree>
      <p:nvGrpSpPr>
        <p:cNvPr id="188" name="Shape 188"/>
        <p:cNvGrpSpPr/>
        <p:nvPr/>
      </p:nvGrpSpPr>
      <p:grpSpPr>
        <a:xfrm>
          <a:off x="0" y="0"/>
          <a:ext cx="0" cy="0"/>
          <a:chOff x="0" y="0"/>
          <a:chExt cx="0" cy="0"/>
        </a:xfrm>
      </p:grpSpPr>
      <p:pic>
        <p:nvPicPr>
          <p:cNvPr id="189" name="Google Shape;189;p21"/>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190" name="Google Shape;190;p21"/>
          <p:cNvSpPr/>
          <p:nvPr/>
        </p:nvSpPr>
        <p:spPr>
          <a:xfrm>
            <a:off x="2642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1" name="Google Shape;191;p21"/>
          <p:cNvSpPr txBox="1"/>
          <p:nvPr>
            <p:ph idx="1" type="body"/>
          </p:nvPr>
        </p:nvSpPr>
        <p:spPr>
          <a:xfrm>
            <a:off x="5643720" y="539640"/>
            <a:ext cx="2786760" cy="4064040"/>
          </a:xfrm>
          <a:prstGeom prst="rect">
            <a:avLst/>
          </a:prstGeom>
          <a:noFill/>
          <a:ln cap="flat" cmpd="sng" w="9525">
            <a:solidFill>
              <a:schemeClr val="lt2"/>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92" name="Google Shape;192;p21"/>
          <p:cNvSpPr/>
          <p:nvPr/>
        </p:nvSpPr>
        <p:spPr>
          <a:xfrm>
            <a:off x="101160" y="185472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3" name="Google Shape;193;p21"/>
          <p:cNvSpPr txBox="1"/>
          <p:nvPr>
            <p:ph type="title"/>
          </p:nvPr>
        </p:nvSpPr>
        <p:spPr>
          <a:xfrm>
            <a:off x="713160" y="1255680"/>
            <a:ext cx="4523400" cy="572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94" name="Google Shape;194;p21"/>
          <p:cNvSpPr/>
          <p:nvPr/>
        </p:nvSpPr>
        <p:spPr>
          <a:xfrm>
            <a:off x="8708760" y="337428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195" name="Google Shape;195;p21"/>
          <p:cNvCxnSpPr/>
          <p:nvPr/>
        </p:nvCxnSpPr>
        <p:spPr>
          <a:xfrm>
            <a:off x="712440" y="539280"/>
            <a:ext cx="5843880" cy="360"/>
          </a:xfrm>
          <a:prstGeom prst="straightConnector1">
            <a:avLst/>
          </a:prstGeom>
          <a:noFill/>
          <a:ln cap="flat" cmpd="sng" w="9525">
            <a:solidFill>
              <a:srgbClr val="E9D6CB"/>
            </a:solidFill>
            <a:prstDash val="solid"/>
            <a:round/>
            <a:headEnd len="sm" w="sm" type="none"/>
            <a:tailEnd len="sm" w="sm" type="none"/>
          </a:ln>
        </p:spPr>
      </p:cxnSp>
      <p:cxnSp>
        <p:nvCxnSpPr>
          <p:cNvPr id="196" name="Google Shape;196;p21"/>
          <p:cNvCxnSpPr/>
          <p:nvPr/>
        </p:nvCxnSpPr>
        <p:spPr>
          <a:xfrm>
            <a:off x="713160" y="4603680"/>
            <a:ext cx="4854600" cy="360"/>
          </a:xfrm>
          <a:prstGeom prst="straightConnector1">
            <a:avLst/>
          </a:prstGeom>
          <a:noFill/>
          <a:ln cap="flat" cmpd="sng" w="9525">
            <a:solidFill>
              <a:srgbClr val="E9D6CB"/>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lt1"/>
        </a:solidFill>
      </p:bgPr>
    </p:bg>
    <p:spTree>
      <p:nvGrpSpPr>
        <p:cNvPr id="197" name="Shape 197"/>
        <p:cNvGrpSpPr/>
        <p:nvPr/>
      </p:nvGrpSpPr>
      <p:grpSpPr>
        <a:xfrm>
          <a:off x="0" y="0"/>
          <a:ext cx="0" cy="0"/>
          <a:chOff x="0" y="0"/>
          <a:chExt cx="0" cy="0"/>
        </a:xfrm>
      </p:grpSpPr>
      <p:grpSp>
        <p:nvGrpSpPr>
          <p:cNvPr id="198" name="Google Shape;198;p22"/>
          <p:cNvGrpSpPr/>
          <p:nvPr/>
        </p:nvGrpSpPr>
        <p:grpSpPr>
          <a:xfrm>
            <a:off x="0" y="0"/>
            <a:ext cx="9143640" cy="5143320"/>
            <a:chOff x="0" y="0"/>
            <a:chExt cx="9143640" cy="5143320"/>
          </a:xfrm>
        </p:grpSpPr>
        <p:pic>
          <p:nvPicPr>
            <p:cNvPr id="199" name="Google Shape;199;p22"/>
            <p:cNvPicPr preferRelativeResize="0"/>
            <p:nvPr/>
          </p:nvPicPr>
          <p:blipFill rotWithShape="1">
            <a:blip r:embed="rId2">
              <a:alphaModFix amt="50000"/>
            </a:blip>
            <a:srcRect b="0" l="0" r="0" t="0"/>
            <a:stretch/>
          </p:blipFill>
          <p:spPr>
            <a:xfrm>
              <a:off x="0" y="0"/>
              <a:ext cx="9143640" cy="5143320"/>
            </a:xfrm>
            <a:prstGeom prst="rect">
              <a:avLst/>
            </a:prstGeom>
            <a:noFill/>
            <a:ln>
              <a:noFill/>
            </a:ln>
          </p:spPr>
        </p:pic>
        <p:sp>
          <p:nvSpPr>
            <p:cNvPr id="200" name="Google Shape;200;p22"/>
            <p:cNvSpPr/>
            <p:nvPr/>
          </p:nvSpPr>
          <p:spPr>
            <a:xfrm flipH="1">
              <a:off x="2678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201" name="Google Shape;201;p22"/>
            <p:cNvCxnSpPr/>
            <p:nvPr/>
          </p:nvCxnSpPr>
          <p:spPr>
            <a:xfrm flipH="1">
              <a:off x="71460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202" name="Google Shape;202;p22"/>
            <p:cNvSpPr/>
            <p:nvPr/>
          </p:nvSpPr>
          <p:spPr>
            <a:xfrm flipH="1">
              <a:off x="8708400" y="1623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203" name="Google Shape;203;p22"/>
            <p:cNvCxnSpPr/>
            <p:nvPr/>
          </p:nvCxnSpPr>
          <p:spPr>
            <a:xfrm flipH="1">
              <a:off x="71460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204" name="Google Shape;204;p22"/>
            <p:cNvSpPr/>
            <p:nvPr/>
          </p:nvSpPr>
          <p:spPr>
            <a:xfrm flipH="1">
              <a:off x="100800" y="336276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05" name="Google Shape;205;p22"/>
          <p:cNvSpPr txBox="1"/>
          <p:nvPr>
            <p:ph type="title"/>
          </p:nvPr>
        </p:nvSpPr>
        <p:spPr>
          <a:xfrm>
            <a:off x="2318040" y="1307160"/>
            <a:ext cx="4507920" cy="25290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chemeClr val="lt1"/>
        </a:solidFill>
      </p:bgPr>
    </p:bg>
    <p:spTree>
      <p:nvGrpSpPr>
        <p:cNvPr id="206" name="Shape 206"/>
        <p:cNvGrpSpPr/>
        <p:nvPr/>
      </p:nvGrpSpPr>
      <p:grpSpPr>
        <a:xfrm>
          <a:off x="0" y="0"/>
          <a:ext cx="0" cy="0"/>
          <a:chOff x="0" y="0"/>
          <a:chExt cx="0" cy="0"/>
        </a:xfrm>
      </p:grpSpPr>
      <p:grpSp>
        <p:nvGrpSpPr>
          <p:cNvPr id="207" name="Google Shape;207;p23"/>
          <p:cNvGrpSpPr/>
          <p:nvPr/>
        </p:nvGrpSpPr>
        <p:grpSpPr>
          <a:xfrm>
            <a:off x="360" y="0"/>
            <a:ext cx="9143640" cy="5143320"/>
            <a:chOff x="360" y="0"/>
            <a:chExt cx="9143640" cy="5143320"/>
          </a:xfrm>
        </p:grpSpPr>
        <p:pic>
          <p:nvPicPr>
            <p:cNvPr id="208" name="Google Shape;208;p23"/>
            <p:cNvPicPr preferRelativeResize="0"/>
            <p:nvPr/>
          </p:nvPicPr>
          <p:blipFill rotWithShape="1">
            <a:blip r:embed="rId2">
              <a:alphaModFix amt="50000"/>
            </a:blip>
            <a:srcRect b="0" l="0" r="0" t="0"/>
            <a:stretch/>
          </p:blipFill>
          <p:spPr>
            <a:xfrm flipH="1">
              <a:off x="360" y="0"/>
              <a:ext cx="9143640" cy="5143320"/>
            </a:xfrm>
            <a:prstGeom prst="rect">
              <a:avLst/>
            </a:prstGeom>
            <a:noFill/>
            <a:ln>
              <a:noFill/>
            </a:ln>
          </p:spPr>
        </p:pic>
        <p:sp>
          <p:nvSpPr>
            <p:cNvPr id="209" name="Google Shape;209;p23"/>
            <p:cNvSpPr/>
            <p:nvPr/>
          </p:nvSpPr>
          <p:spPr>
            <a:xfrm>
              <a:off x="264240" y="280080"/>
              <a:ext cx="8611560" cy="4591800"/>
            </a:xfrm>
            <a:prstGeom prst="roundRect">
              <a:avLst>
                <a:gd fmla="val 3118" name="adj"/>
              </a:avLst>
            </a:prstGeom>
            <a:noFill/>
            <a:ln cap="flat" cmpd="sng" w="9525">
              <a:solidFill>
                <a:srgbClr val="E9D6C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210" name="Google Shape;210;p23"/>
            <p:cNvCxnSpPr/>
            <p:nvPr/>
          </p:nvCxnSpPr>
          <p:spPr>
            <a:xfrm>
              <a:off x="712440" y="4603680"/>
              <a:ext cx="7717320" cy="360"/>
            </a:xfrm>
            <a:prstGeom prst="straightConnector1">
              <a:avLst/>
            </a:prstGeom>
            <a:noFill/>
            <a:ln cap="flat" cmpd="sng" w="9525">
              <a:solidFill>
                <a:srgbClr val="E9D6CB"/>
              </a:solidFill>
              <a:prstDash val="solid"/>
              <a:round/>
              <a:headEnd len="sm" w="sm" type="none"/>
              <a:tailEnd len="sm" w="sm" type="none"/>
            </a:ln>
          </p:spPr>
        </p:cxnSp>
        <p:sp>
          <p:nvSpPr>
            <p:cNvPr id="211" name="Google Shape;211;p23"/>
            <p:cNvSpPr/>
            <p:nvPr/>
          </p:nvSpPr>
          <p:spPr>
            <a:xfrm>
              <a:off x="101160" y="162324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cxnSp>
          <p:nvCxnSpPr>
            <p:cNvPr id="212" name="Google Shape;212;p23"/>
            <p:cNvCxnSpPr/>
            <p:nvPr/>
          </p:nvCxnSpPr>
          <p:spPr>
            <a:xfrm>
              <a:off x="712440" y="539280"/>
              <a:ext cx="7717320" cy="360"/>
            </a:xfrm>
            <a:prstGeom prst="straightConnector1">
              <a:avLst/>
            </a:prstGeom>
            <a:noFill/>
            <a:ln cap="flat" cmpd="sng" w="9525">
              <a:solidFill>
                <a:srgbClr val="E9D6CB"/>
              </a:solidFill>
              <a:prstDash val="solid"/>
              <a:round/>
              <a:headEnd len="sm" w="sm" type="none"/>
              <a:tailEnd len="sm" w="sm" type="none"/>
            </a:ln>
          </p:spPr>
        </p:cxnSp>
        <p:sp>
          <p:nvSpPr>
            <p:cNvPr id="213" name="Google Shape;213;p23"/>
            <p:cNvSpPr/>
            <p:nvPr/>
          </p:nvSpPr>
          <p:spPr>
            <a:xfrm>
              <a:off x="8708760" y="3362760"/>
              <a:ext cx="333720" cy="333720"/>
            </a:xfrm>
            <a:prstGeom prst="star4">
              <a:avLst>
                <a:gd fmla="val 21595" name="adj"/>
              </a:avLst>
            </a:prstGeom>
            <a:solidFill>
              <a:schemeClr val="dk2"/>
            </a:solidFill>
            <a:ln cap="flat" cmpd="sng" w="9525">
              <a:solidFill>
                <a:srgbClr val="E9D6CB"/>
              </a:solidFill>
              <a:prstDash val="solid"/>
              <a:round/>
              <a:headEnd len="sm" w="sm" type="none"/>
              <a:tailEnd len="sm" w="sm" type="none"/>
            </a:ln>
          </p:spPr>
          <p:txBody>
            <a:bodyPr anchorCtr="0" anchor="ctr" bIns="50750" lIns="91425" spcFirstLastPara="1" rIns="91425" wrap="square" tIns="507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14" name="Google Shape;214;p23"/>
          <p:cNvSpPr txBox="1"/>
          <p:nvPr>
            <p:ph type="title"/>
          </p:nvPr>
        </p:nvSpPr>
        <p:spPr>
          <a:xfrm>
            <a:off x="2135520" y="1189080"/>
            <a:ext cx="4872600" cy="19641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chemeClr val="lt1"/>
        </a:solidFill>
      </p:bgPr>
    </p:bg>
    <p:spTree>
      <p:nvGrpSpPr>
        <p:cNvPr id="215" name="Shape 215"/>
        <p:cNvGrpSpPr/>
        <p:nvPr/>
      </p:nvGrpSpPr>
      <p:grpSpPr>
        <a:xfrm>
          <a:off x="0" y="0"/>
          <a:ext cx="0" cy="0"/>
          <a:chOff x="0" y="0"/>
          <a:chExt cx="0" cy="0"/>
        </a:xfrm>
      </p:grpSpPr>
      <p:sp>
        <p:nvSpPr>
          <p:cNvPr id="216" name="Google Shape;216;p24"/>
          <p:cNvSpPr txBox="1"/>
          <p:nvPr>
            <p:ph idx="1" type="body"/>
          </p:nvPr>
        </p:nvSpPr>
        <p:spPr>
          <a:xfrm>
            <a:off x="-3240" y="-4680"/>
            <a:ext cx="9143640" cy="51433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stStyle>
          <a:p/>
        </p:txBody>
      </p:sp>
      <p:sp>
        <p:nvSpPr>
          <p:cNvPr id="217" name="Google Shape;217;p24"/>
          <p:cNvSpPr txBox="1"/>
          <p:nvPr>
            <p:ph type="title"/>
          </p:nvPr>
        </p:nvSpPr>
        <p:spPr>
          <a:xfrm>
            <a:off x="720000" y="4014360"/>
            <a:ext cx="7703640" cy="572400"/>
          </a:xfrm>
          <a:prstGeom prst="rect">
            <a:avLst/>
          </a:prstGeom>
          <a:solidFill>
            <a:schemeClr val="accent2"/>
          </a:solid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trello.com/invite/b/68f23be7bb0881dacf955304/ATTIee0a7802c206be53606a688ee113c8ef73AD8966/moscow" TargetMode="External"/><Relationship Id="rId4" Type="http://schemas.openxmlformats.org/officeDocument/2006/relationships/hyperlink" Target="https://trello.com/invite/b/68f23e58e9770ece4e06f71a/ATTI6d6aeaaeecd31f7b78f06b3b503556443FADAD64/kanban" TargetMode="External"/><Relationship Id="rId5" Type="http://schemas.openxmlformats.org/officeDocument/2006/relationships/hyperlink" Target="https://trello.com/invite/b/68f23e58e9770ece4e06f71a/ATTI6d6aeaaeecd31f7b78f06b3b503556443FADAD64/kanban" TargetMode="External"/><Relationship Id="rId6" Type="http://schemas.openxmlformats.org/officeDocument/2006/relationships/hyperlink" Target="https://trello.com/invite/b/68f23e58e9770ece4e06f71a/ATTI6d6aeaaeecd31f7b78f06b3b503556443FADAD64/kanba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github.com/armati004/Progetto_Ing_Software.git" TargetMode="External"/><Relationship Id="rId4" Type="http://schemas.openxmlformats.org/officeDocument/2006/relationships/hyperlink" Target="https://trello.com/invite/b/68f23be7bb0881dacf955304/ATTIee0a7802c206be53606a688ee113c8ef73AD8966/moscow" TargetMode="External"/><Relationship Id="rId5" Type="http://schemas.openxmlformats.org/officeDocument/2006/relationships/hyperlink" Target="https://trello.com/invite/b/68f23e58e9770ece4e06f71a/ATTI6d6aeaaeecd31f7b78f06b3b503556443FADAD64/kanba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ocs.google.com/document/d/1lsOix_ZPl3YrTY2bKMdCmL7HIkbkkKFg/edit?usp=sharing&amp;ouid=102317620644346543183&amp;rtpof=true&amp;sd=tru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docs.google.com/document/d/1QA-pOXIMbiKRIqxlzHMX8onelUKnY_b5/edit?usp=sharing&amp;ouid=102317620644346543183&amp;rtpof=true&amp;sd=tru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ocs.google.com/document/d/1GtOwj6WSRzVrWZAyEfN8KO2VDxsbem0N/edit" TargetMode="Externa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github.com/armati004/Progetto_Ing_Softwar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ph type="title"/>
          </p:nvPr>
        </p:nvSpPr>
        <p:spPr>
          <a:xfrm>
            <a:off x="1400040" y="1533600"/>
            <a:ext cx="6352920" cy="16092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80000"/>
              </a:lnSpc>
              <a:spcBef>
                <a:spcPts val="0"/>
              </a:spcBef>
              <a:spcAft>
                <a:spcPts val="0"/>
              </a:spcAft>
              <a:buClr>
                <a:schemeClr val="dk1"/>
              </a:buClr>
              <a:buSzPct val="100000"/>
              <a:buFont typeface="ZCOOL XiaoWei"/>
              <a:buNone/>
            </a:pPr>
            <a:r>
              <a:rPr lang="en-US" sz="6000">
                <a:solidFill>
                  <a:srgbClr val="E9D6CB"/>
                </a:solidFill>
                <a:latin typeface="ZCOOL XiaoWei"/>
                <a:ea typeface="ZCOOL XiaoWei"/>
                <a:cs typeface="ZCOOL XiaoWei"/>
                <a:sym typeface="ZCOOL XiaoWei"/>
              </a:rPr>
              <a:t>Progetto ingegneria del software</a:t>
            </a:r>
            <a:endParaRPr sz="6000">
              <a:solidFill>
                <a:srgbClr val="E9D6CB"/>
              </a:solidFill>
              <a:latin typeface="ZCOOL XiaoWei"/>
              <a:ea typeface="ZCOOL XiaoWei"/>
              <a:cs typeface="ZCOOL XiaoWei"/>
              <a:sym typeface="ZCOOL XiaoWei"/>
            </a:endParaRPr>
          </a:p>
          <a:p>
            <a:pPr indent="0" lvl="0" marL="0" rtl="0" algn="ctr">
              <a:lnSpc>
                <a:spcPct val="80000"/>
              </a:lnSpc>
              <a:spcBef>
                <a:spcPts val="0"/>
              </a:spcBef>
              <a:spcAft>
                <a:spcPts val="0"/>
              </a:spcAft>
              <a:buClr>
                <a:schemeClr val="dk1"/>
              </a:buClr>
              <a:buSzPct val="100000"/>
              <a:buFont typeface="ZCOOL XiaoWei"/>
              <a:buNone/>
            </a:pPr>
            <a:r>
              <a:rPr b="1" lang="en-US" sz="6000">
                <a:solidFill>
                  <a:schemeClr val="dk1"/>
                </a:solidFill>
                <a:latin typeface="ZCOOL XiaoWei"/>
                <a:ea typeface="ZCOOL XiaoWei"/>
                <a:cs typeface="ZCOOL XiaoWei"/>
                <a:sym typeface="ZCOOL XiaoWei"/>
              </a:rPr>
              <a:t>Hogwarts Battle</a:t>
            </a:r>
            <a:endParaRPr b="1" sz="6000">
              <a:solidFill>
                <a:schemeClr val="dk1"/>
              </a:solidFill>
              <a:latin typeface="ZCOOL XiaoWei"/>
              <a:ea typeface="ZCOOL XiaoWei"/>
              <a:cs typeface="ZCOOL XiaoWei"/>
              <a:sym typeface="ZCOOL XiaoWei"/>
            </a:endParaRPr>
          </a:p>
        </p:txBody>
      </p:sp>
      <p:sp>
        <p:nvSpPr>
          <p:cNvPr id="223" name="Google Shape;223;p25"/>
          <p:cNvSpPr txBox="1"/>
          <p:nvPr/>
        </p:nvSpPr>
        <p:spPr>
          <a:xfrm>
            <a:off x="3076500" y="3107100"/>
            <a:ext cx="3000000" cy="13698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US">
                <a:solidFill>
                  <a:schemeClr val="lt2"/>
                </a:solidFill>
                <a:latin typeface="ZCOOL XiaoWei"/>
                <a:ea typeface="ZCOOL XiaoWei"/>
                <a:cs typeface="ZCOOL XiaoWei"/>
                <a:sym typeface="ZCOOL XiaoWei"/>
              </a:rPr>
              <a:t>Ait Taleb Nasseur Mourad</a:t>
            </a:r>
            <a:endParaRPr>
              <a:solidFill>
                <a:schemeClr val="lt2"/>
              </a:solidFill>
              <a:latin typeface="ZCOOL XiaoWei"/>
              <a:ea typeface="ZCOOL XiaoWei"/>
              <a:cs typeface="ZCOOL XiaoWei"/>
              <a:sym typeface="ZCOOL XiaoWei"/>
            </a:endParaRPr>
          </a:p>
          <a:p>
            <a:pPr indent="0" lvl="0" marL="0" rtl="0" algn="ctr">
              <a:lnSpc>
                <a:spcPct val="150000"/>
              </a:lnSpc>
              <a:spcBef>
                <a:spcPts val="0"/>
              </a:spcBef>
              <a:spcAft>
                <a:spcPts val="0"/>
              </a:spcAft>
              <a:buNone/>
            </a:pPr>
            <a:r>
              <a:rPr lang="en-US">
                <a:solidFill>
                  <a:schemeClr val="lt2"/>
                </a:solidFill>
                <a:latin typeface="ZCOOL XiaoWei"/>
                <a:ea typeface="ZCOOL XiaoWei"/>
                <a:cs typeface="ZCOOL XiaoWei"/>
                <a:sym typeface="ZCOOL XiaoWei"/>
              </a:rPr>
              <a:t>Armati Joele</a:t>
            </a:r>
            <a:endParaRPr>
              <a:solidFill>
                <a:schemeClr val="lt2"/>
              </a:solidFill>
              <a:latin typeface="ZCOOL XiaoWei"/>
              <a:ea typeface="ZCOOL XiaoWei"/>
              <a:cs typeface="ZCOOL XiaoWei"/>
              <a:sym typeface="ZCOOL XiaoWei"/>
            </a:endParaRPr>
          </a:p>
          <a:p>
            <a:pPr indent="0" lvl="0" marL="0" rtl="0" algn="ctr">
              <a:lnSpc>
                <a:spcPct val="150000"/>
              </a:lnSpc>
              <a:spcBef>
                <a:spcPts val="0"/>
              </a:spcBef>
              <a:spcAft>
                <a:spcPts val="0"/>
              </a:spcAft>
              <a:buNone/>
            </a:pPr>
            <a:r>
              <a:rPr lang="en-US">
                <a:solidFill>
                  <a:schemeClr val="lt2"/>
                </a:solidFill>
                <a:latin typeface="ZCOOL XiaoWei"/>
                <a:ea typeface="ZCOOL XiaoWei"/>
                <a:cs typeface="ZCOOL XiaoWei"/>
                <a:sym typeface="ZCOOL XiaoWei"/>
              </a:rPr>
              <a:t>Cacciarru Leonardo</a:t>
            </a:r>
            <a:endParaRPr>
              <a:solidFill>
                <a:schemeClr val="lt2"/>
              </a:solidFill>
              <a:latin typeface="ZCOOL XiaoWei"/>
              <a:ea typeface="ZCOOL XiaoWei"/>
              <a:cs typeface="ZCOOL XiaoWei"/>
              <a:sym typeface="ZCOOL XiaoWei"/>
            </a:endParaRPr>
          </a:p>
          <a:p>
            <a:pPr indent="0" lvl="0" marL="0" rtl="0" algn="ctr">
              <a:lnSpc>
                <a:spcPct val="150000"/>
              </a:lnSpc>
              <a:spcBef>
                <a:spcPts val="0"/>
              </a:spcBef>
              <a:spcAft>
                <a:spcPts val="0"/>
              </a:spcAft>
              <a:buNone/>
            </a:pPr>
            <a:r>
              <a:rPr lang="en-US">
                <a:solidFill>
                  <a:schemeClr val="lt2"/>
                </a:solidFill>
                <a:latin typeface="ZCOOL XiaoWei"/>
                <a:ea typeface="ZCOOL XiaoWei"/>
                <a:cs typeface="ZCOOL XiaoWei"/>
                <a:sym typeface="ZCOOL XiaoWei"/>
              </a:rPr>
              <a:t>Panaite Andrei Robert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699800" y="764875"/>
            <a:ext cx="55623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a:buNone/>
            </a:pPr>
            <a:r>
              <a:rPr lang="en-US" sz="4000" u="none" strike="noStrike">
                <a:solidFill>
                  <a:schemeClr val="dk1"/>
                </a:solidFill>
                <a:latin typeface="ZCOOL XiaoWei"/>
                <a:ea typeface="ZCOOL XiaoWei"/>
                <a:cs typeface="ZCOOL XiaoWei"/>
                <a:sym typeface="ZCOOL XiaoWei"/>
              </a:rPr>
              <a:t>Obiettivo</a:t>
            </a:r>
            <a:endParaRPr sz="4000" u="none" strike="noStrike">
              <a:solidFill>
                <a:schemeClr val="dk1"/>
              </a:solidFill>
              <a:latin typeface="ZCOOL XiaoWei"/>
              <a:ea typeface="ZCOOL XiaoWei"/>
              <a:cs typeface="ZCOOL XiaoWei"/>
              <a:sym typeface="ZCOOL XiaoWei"/>
            </a:endParaRPr>
          </a:p>
        </p:txBody>
      </p:sp>
      <p:sp>
        <p:nvSpPr>
          <p:cNvPr id="229" name="Google Shape;229;p26"/>
          <p:cNvSpPr txBox="1"/>
          <p:nvPr>
            <p:ph idx="1" type="body"/>
          </p:nvPr>
        </p:nvSpPr>
        <p:spPr>
          <a:xfrm>
            <a:off x="758696" y="1697600"/>
            <a:ext cx="7626600" cy="23088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L</a:t>
            </a:r>
            <a:r>
              <a:rPr lang="en-US" sz="1200">
                <a:solidFill>
                  <a:schemeClr val="dk1"/>
                </a:solidFill>
              </a:rPr>
              <a:t>’</a:t>
            </a:r>
            <a:r>
              <a:rPr lang="en-US" sz="1200">
                <a:solidFill>
                  <a:schemeClr val="dk1"/>
                </a:solidFill>
                <a:latin typeface="ZCOOL XiaoWei"/>
                <a:ea typeface="ZCOOL XiaoWei"/>
                <a:cs typeface="ZCOOL XiaoWei"/>
                <a:sym typeface="ZCOOL XiaoWei"/>
              </a:rPr>
              <a:t>obiettivo della nostra applicazione è quello di virtualizzare il gioco da tavolo Harry Potter: Hogwarts Battle, rimanendo il più possibile fedeli alla sua versione fisica.</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Per raggiungere questo scopo, il progetto garantisce la possibilità di giocare le diverse carte e applicarne correttamente gli effetti, gestire l</a:t>
            </a:r>
            <a:r>
              <a:rPr lang="en-US" sz="1200">
                <a:solidFill>
                  <a:schemeClr val="dk1"/>
                </a:solidFill>
              </a:rPr>
              <a:t>’</a:t>
            </a:r>
            <a:r>
              <a:rPr lang="en-US" sz="1200">
                <a:solidFill>
                  <a:schemeClr val="dk1"/>
                </a:solidFill>
                <a:latin typeface="ZCOOL XiaoWei"/>
                <a:ea typeface="ZCOOL XiaoWei"/>
                <a:cs typeface="ZCOOL XiaoWei"/>
                <a:sym typeface="ZCOOL XiaoWei"/>
              </a:rPr>
              <a:t>esecuzione delle principali azioni di gioco — come il tiro dei dadi e lo svolgimento dei turni — e assicurare una rappresentazione chiara e intuitiva di tutte le dinamiche tramite un</a:t>
            </a:r>
            <a:r>
              <a:rPr lang="en-US" sz="1200">
                <a:solidFill>
                  <a:schemeClr val="dk1"/>
                </a:solidFill>
              </a:rPr>
              <a:t>’</a:t>
            </a:r>
            <a:r>
              <a:rPr lang="en-US" sz="1200">
                <a:solidFill>
                  <a:schemeClr val="dk1"/>
                </a:solidFill>
                <a:latin typeface="ZCOOL XiaoWei"/>
                <a:ea typeface="ZCOOL XiaoWei"/>
                <a:cs typeface="ZCOOL XiaoWei"/>
                <a:sym typeface="ZCOOL XiaoWei"/>
              </a:rPr>
              <a:t>interfaccia grafica.</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7"/>
          <p:cNvSpPr txBox="1"/>
          <p:nvPr>
            <p:ph type="title"/>
          </p:nvPr>
        </p:nvSpPr>
        <p:spPr>
          <a:xfrm>
            <a:off x="714290" y="718630"/>
            <a:ext cx="4524000" cy="5712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ZCOOL XiaoWei"/>
              <a:buNone/>
            </a:pPr>
            <a:r>
              <a:rPr lang="en-US" sz="3600">
                <a:solidFill>
                  <a:schemeClr val="dk1"/>
                </a:solidFill>
                <a:latin typeface="ZCOOL XiaoWei"/>
                <a:ea typeface="ZCOOL XiaoWei"/>
                <a:cs typeface="ZCOOL XiaoWei"/>
                <a:sym typeface="ZCOOL XiaoWei"/>
              </a:rPr>
              <a:t>D</a:t>
            </a:r>
            <a:r>
              <a:rPr b="0" i="0" lang="en-US" sz="3600" u="none" cap="none" strike="noStrike">
                <a:solidFill>
                  <a:schemeClr val="dk1"/>
                </a:solidFill>
                <a:latin typeface="ZCOOL XiaoWei"/>
                <a:ea typeface="ZCOOL XiaoWei"/>
                <a:cs typeface="ZCOOL XiaoWei"/>
                <a:sym typeface="ZCOOL XiaoWei"/>
              </a:rPr>
              <a:t>ifficolta incontrate</a:t>
            </a:r>
            <a:endParaRPr b="0" i="0" sz="3600" u="none" cap="none" strike="noStrike">
              <a:solidFill>
                <a:schemeClr val="dk1"/>
              </a:solidFill>
              <a:latin typeface="Arial"/>
              <a:ea typeface="Arial"/>
              <a:cs typeface="Arial"/>
              <a:sym typeface="Arial"/>
            </a:endParaRPr>
          </a:p>
        </p:txBody>
      </p:sp>
      <p:sp>
        <p:nvSpPr>
          <p:cNvPr id="235" name="Google Shape;235;p27"/>
          <p:cNvSpPr txBox="1"/>
          <p:nvPr>
            <p:ph idx="1" type="subTitle"/>
          </p:nvPr>
        </p:nvSpPr>
        <p:spPr>
          <a:xfrm>
            <a:off x="714300" y="1422800"/>
            <a:ext cx="7578300" cy="34170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Durante la fase iniziale del progetto sono emerse diverse difficoltà, legate principalmente alla gestione dei dati di gioco, alla progettazione dell</a:t>
            </a:r>
            <a:r>
              <a:rPr lang="en-US" sz="1200">
                <a:solidFill>
                  <a:schemeClr val="dk1"/>
                </a:solidFill>
              </a:rPr>
              <a:t>’</a:t>
            </a:r>
            <a:r>
              <a:rPr lang="en-US" sz="1200">
                <a:solidFill>
                  <a:schemeClr val="dk1"/>
                </a:solidFill>
                <a:latin typeface="ZCOOL XiaoWei"/>
                <a:ea typeface="ZCOOL XiaoWei"/>
                <a:cs typeface="ZCOOL XiaoWei"/>
                <a:sym typeface="ZCOOL XiaoWei"/>
              </a:rPr>
              <a:t>architettura software e allo sviluppo dell</a:t>
            </a:r>
            <a:r>
              <a:rPr lang="en-US" sz="1200">
                <a:solidFill>
                  <a:schemeClr val="dk1"/>
                </a:solidFill>
              </a:rPr>
              <a:t>’</a:t>
            </a:r>
            <a:r>
              <a:rPr lang="en-US" sz="1200">
                <a:solidFill>
                  <a:schemeClr val="dk1"/>
                </a:solidFill>
                <a:latin typeface="ZCOOL XiaoWei"/>
                <a:ea typeface="ZCOOL XiaoWei"/>
                <a:cs typeface="ZCOOL XiaoWei"/>
                <a:sym typeface="ZCOOL XiaoWei"/>
              </a:rPr>
              <a:t>interfaccia grafica.</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Principali criticità:</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Scrittura e strutturazione dei file JSON (effetti e trigger delle carte)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Passaggio delle informazioni tra JSON e codice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Scelta del design pattern più adatto</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Realizzazione dell</a:t>
            </a:r>
            <a:r>
              <a:rPr lang="en-US" sz="1200">
                <a:solidFill>
                  <a:schemeClr val="dk1"/>
                </a:solidFill>
              </a:rPr>
              <a:t>’</a:t>
            </a:r>
            <a:r>
              <a:rPr lang="en-US" sz="1200">
                <a:solidFill>
                  <a:schemeClr val="dk1"/>
                </a:solidFill>
                <a:latin typeface="ZCOOL XiaoWei"/>
                <a:ea typeface="ZCOOL XiaoWei"/>
                <a:cs typeface="ZCOOL XiaoWei"/>
                <a:sym typeface="ZCOOL XiaoWei"/>
              </a:rPr>
              <a:t>interfaccia grafica</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Creazione dei diagrammi UML</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Utilizzo di Papyrus</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Definizione delle parti di codice da rappresentare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ph type="title"/>
          </p:nvPr>
        </p:nvSpPr>
        <p:spPr>
          <a:xfrm>
            <a:off x="678800" y="743875"/>
            <a:ext cx="7606800" cy="69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900"/>
              <a:buFont typeface="Archivo"/>
              <a:buNone/>
            </a:pPr>
            <a:r>
              <a:rPr lang="en-US" sz="3000">
                <a:solidFill>
                  <a:schemeClr val="dk1"/>
                </a:solidFill>
                <a:latin typeface="ZCOOL XiaoWei"/>
                <a:ea typeface="ZCOOL XiaoWei"/>
                <a:cs typeface="ZCOOL XiaoWei"/>
                <a:sym typeface="ZCOOL XiaoWei"/>
              </a:rPr>
              <a:t>Paradigma di programmazione/modellazione utilizzato e tools</a:t>
            </a:r>
            <a:endParaRPr sz="3000" u="none" strike="noStrike">
              <a:solidFill>
                <a:schemeClr val="dk1"/>
              </a:solidFill>
              <a:latin typeface="ZCOOL XiaoWei"/>
              <a:ea typeface="ZCOOL XiaoWei"/>
              <a:cs typeface="ZCOOL XiaoWei"/>
              <a:sym typeface="ZCOOL XiaoWei"/>
            </a:endParaRPr>
          </a:p>
        </p:txBody>
      </p:sp>
      <p:sp>
        <p:nvSpPr>
          <p:cNvPr id="241" name="Google Shape;241;p28"/>
          <p:cNvSpPr txBox="1"/>
          <p:nvPr>
            <p:ph idx="1" type="body"/>
          </p:nvPr>
        </p:nvSpPr>
        <p:spPr>
          <a:xfrm>
            <a:off x="811550" y="1952200"/>
            <a:ext cx="6788100" cy="2533500"/>
          </a:xfrm>
          <a:prstGeom prst="rect">
            <a:avLst/>
          </a:prstGeom>
          <a:noFill/>
          <a:ln>
            <a:noFill/>
          </a:ln>
        </p:spPr>
        <p:txBody>
          <a:bodyPr anchorCtr="0" anchor="t" bIns="91425" lIns="91425" spcFirstLastPara="1" rIns="91425" wrap="square" tIns="91425">
            <a:normAutofit/>
          </a:bodyPr>
          <a:lstStyle/>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Per lo sviluppo del progetto sono stati utilizzati i paradigmi di programmazione a oggetti e programmazione funzionale, con Java come linguaggio principale e JSON per la gestione dei dati di gioco.</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Lo sviluppo è stato effettuato tramite gli IDE Eclipse e Visual Studio Code.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Per la fase di modellazione è stato utilizzato il linguaggio UML, mentre per la realizzazione dei diagrammi sono stati impiegati Papyrus, PlantUML e Flowchart.</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9"/>
          <p:cNvSpPr/>
          <p:nvPr/>
        </p:nvSpPr>
        <p:spPr>
          <a:xfrm>
            <a:off x="476280" y="476280"/>
            <a:ext cx="819108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lang="en-US" sz="3000" u="none" strike="noStrike">
                <a:solidFill>
                  <a:schemeClr val="dk1"/>
                </a:solidFill>
                <a:latin typeface="ZCOOL XiaoWei"/>
                <a:ea typeface="ZCOOL XiaoWei"/>
                <a:cs typeface="ZCOOL XiaoWei"/>
                <a:sym typeface="ZCOOL XiaoWei"/>
              </a:rPr>
              <a:t>Software configuration management</a:t>
            </a:r>
            <a:endParaRPr b="0" sz="3000" u="none" strike="noStrike">
              <a:solidFill>
                <a:srgbClr val="FFFFFF"/>
              </a:solidFill>
              <a:latin typeface="Noto Sans Symbols"/>
              <a:ea typeface="Noto Sans Symbols"/>
              <a:cs typeface="Noto Sans Symbols"/>
              <a:sym typeface="Noto Sans Symbols"/>
            </a:endParaRPr>
          </a:p>
        </p:txBody>
      </p:sp>
      <p:sp>
        <p:nvSpPr>
          <p:cNvPr id="247" name="Google Shape;247;p29"/>
          <p:cNvSpPr/>
          <p:nvPr/>
        </p:nvSpPr>
        <p:spPr>
          <a:xfrm>
            <a:off x="476400" y="1148576"/>
            <a:ext cx="8191200" cy="331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Per il SW configuration management abbiamo utilizzato GitHub per mantenere la sincronizzazione del codice tra i membri, oltre alla possibilità di poterlo utilizzare per segnalare errori di codice, logica o per segnalare cose da fare in generale mediante gli issue.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Inoltre l</a:t>
            </a:r>
            <a:r>
              <a:rPr lang="en-US" sz="1200">
                <a:solidFill>
                  <a:schemeClr val="dk1"/>
                </a:solidFill>
              </a:rPr>
              <a:t>’</a:t>
            </a:r>
            <a:r>
              <a:rPr lang="en-US" sz="1200">
                <a:solidFill>
                  <a:schemeClr val="dk1"/>
                </a:solidFill>
                <a:latin typeface="ZCOOL XiaoWei"/>
                <a:ea typeface="ZCOOL XiaoWei"/>
                <a:cs typeface="ZCOOL XiaoWei"/>
                <a:sym typeface="ZCOOL XiaoWei"/>
              </a:rPr>
              <a:t>abbiamo usato per sviluppare tramite branch delle funzioni nuove o il lato test senza interferire con il codice originale sul branch </a:t>
            </a:r>
            <a:r>
              <a:rPr lang="en-US" sz="1200">
                <a:solidFill>
                  <a:schemeClr val="dk1"/>
                </a:solidFill>
              </a:rPr>
              <a:t>“</a:t>
            </a:r>
            <a:r>
              <a:rPr lang="en-US" sz="1200">
                <a:solidFill>
                  <a:schemeClr val="dk1"/>
                </a:solidFill>
                <a:latin typeface="ZCOOL XiaoWei"/>
                <a:ea typeface="ZCOOL XiaoWei"/>
                <a:cs typeface="ZCOOL XiaoWei"/>
                <a:sym typeface="ZCOOL XiaoWei"/>
              </a:rPr>
              <a:t>main</a:t>
            </a:r>
            <a:r>
              <a:rPr lang="en-US" sz="1200">
                <a:solidFill>
                  <a:schemeClr val="dk1"/>
                </a:solidFill>
              </a:rPr>
              <a:t>”</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Abbiamo anche usato Trello in fase iniziale per sviluppare il MoSCoW relativo al nostro progetto (</a:t>
            </a:r>
            <a:r>
              <a:rPr lang="en-US" sz="1200" u="sng">
                <a:solidFill>
                  <a:schemeClr val="hlink"/>
                </a:solidFill>
                <a:latin typeface="ZCOOL XiaoWei"/>
                <a:ea typeface="ZCOOL XiaoWei"/>
                <a:cs typeface="ZCOOL XiaoWei"/>
                <a:sym typeface="ZCOOL XiaoWei"/>
                <a:hlinkClick r:id="rId3"/>
              </a:rPr>
              <a:t>trovabile qui</a:t>
            </a:r>
            <a:r>
              <a:rPr lang="en-US" sz="1200">
                <a:solidFill>
                  <a:schemeClr val="dk1"/>
                </a:solidFill>
                <a:latin typeface="ZCOOL XiaoWei"/>
                <a:ea typeface="ZCOOL XiaoWei"/>
                <a:cs typeface="ZCOOL XiaoWei"/>
                <a:sym typeface="ZCOOL XiaoWei"/>
              </a:rPr>
              <a:t>) per definire quali funzionalità dovesse avere il nostro codice ed in seguito per redigere il Kanban, dove abbiamo suddiviso le varie task da fare, che stavano venendo fatte, quelle sotto revisione e quelle ultimate (</a:t>
            </a:r>
            <a:r>
              <a:rPr lang="en-US" sz="1200" u="sng">
                <a:solidFill>
                  <a:schemeClr val="hlink"/>
                </a:solidFill>
                <a:latin typeface="ZCOOL XiaoWei"/>
                <a:ea typeface="ZCOOL XiaoWei"/>
                <a:cs typeface="ZCOOL XiaoWei"/>
                <a:sym typeface="ZCOOL XiaoWei"/>
                <a:hlinkClick r:id="rId4"/>
              </a:rPr>
              <a:t>anch</a:t>
            </a:r>
            <a:r>
              <a:rPr lang="en-US" sz="1200" u="sng">
                <a:solidFill>
                  <a:schemeClr val="hlink"/>
                </a:solidFill>
                <a:hlinkClick r:id="rId5"/>
              </a:rPr>
              <a:t>’</a:t>
            </a:r>
            <a:r>
              <a:rPr lang="en-US" sz="1200" u="sng">
                <a:solidFill>
                  <a:schemeClr val="hlink"/>
                </a:solidFill>
                <a:latin typeface="ZCOOL XiaoWei"/>
                <a:ea typeface="ZCOOL XiaoWei"/>
                <a:cs typeface="ZCOOL XiaoWei"/>
                <a:sym typeface="ZCOOL XiaoWei"/>
                <a:hlinkClick r:id="rId6"/>
              </a:rPr>
              <a:t>esso trovabile qui</a:t>
            </a:r>
            <a:r>
              <a:rPr lang="en-US" sz="1200">
                <a:solidFill>
                  <a:schemeClr val="dk1"/>
                </a:solidFill>
                <a:latin typeface="ZCOOL XiaoWei"/>
                <a:ea typeface="ZCOOL XiaoWei"/>
                <a:cs typeface="ZCOOL XiaoWei"/>
                <a:sym typeface="ZCOOL XiaoWei"/>
              </a:rPr>
              <a:t>)</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Per ultimo abbiamo utilizzato google drive, in modo tale che durante le riunioni per la stesura di un documento si potesse lavorare in contemporanea allo stesso</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0"/>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lang="en-US" sz="3000" u="none" strike="noStrike">
                <a:solidFill>
                  <a:schemeClr val="dk1"/>
                </a:solidFill>
                <a:latin typeface="ZCOOL XiaoWei"/>
                <a:ea typeface="ZCOOL XiaoWei"/>
                <a:cs typeface="ZCOOL XiaoWei"/>
                <a:sym typeface="ZCOOL XiaoWei"/>
              </a:rPr>
              <a:t>Software configuration management</a:t>
            </a:r>
            <a:endParaRPr b="0" sz="3000" u="none" strike="noStrike">
              <a:solidFill>
                <a:srgbClr val="FFFFFF"/>
              </a:solidFill>
              <a:latin typeface="Noto Sans Symbols"/>
              <a:ea typeface="Noto Sans Symbols"/>
              <a:cs typeface="Noto Sans Symbols"/>
              <a:sym typeface="Noto Sans Symbols"/>
            </a:endParaRPr>
          </a:p>
        </p:txBody>
      </p:sp>
      <p:sp>
        <p:nvSpPr>
          <p:cNvPr id="253" name="Google Shape;253;p30"/>
          <p:cNvSpPr/>
          <p:nvPr/>
        </p:nvSpPr>
        <p:spPr>
          <a:xfrm>
            <a:off x="476400" y="1148575"/>
            <a:ext cx="8191200" cy="31377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lang="en-US" sz="1100">
                <a:solidFill>
                  <a:schemeClr val="dk1"/>
                </a:solidFill>
                <a:latin typeface="ZCOOL XiaoWei"/>
                <a:ea typeface="ZCOOL XiaoWei"/>
                <a:cs typeface="ZCOOL XiaoWei"/>
                <a:sym typeface="ZCOOL XiaoWei"/>
              </a:rPr>
              <a:t>Strumenti per il Software Configuration Management</a:t>
            </a:r>
            <a:endParaRPr sz="11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1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100">
                <a:solidFill>
                  <a:schemeClr val="dk1"/>
                </a:solidFill>
                <a:latin typeface="ZCOOL XiaoWei"/>
                <a:ea typeface="ZCOOL XiaoWei"/>
                <a:cs typeface="ZCOOL XiaoWei"/>
                <a:sym typeface="ZCOOL XiaoWei"/>
              </a:rPr>
              <a:t>Per la gestione del codice e della collaborazione tra i membri del team abbiamo utilizzato diversi strumenti, </a:t>
            </a:r>
            <a:br>
              <a:rPr lang="en-US" sz="1100">
                <a:solidFill>
                  <a:schemeClr val="dk1"/>
                </a:solidFill>
                <a:latin typeface="ZCOOL XiaoWei"/>
                <a:ea typeface="ZCOOL XiaoWei"/>
                <a:cs typeface="ZCOOL XiaoWei"/>
                <a:sym typeface="ZCOOL XiaoWei"/>
              </a:rPr>
            </a:br>
            <a:r>
              <a:rPr lang="en-US" sz="1100">
                <a:solidFill>
                  <a:schemeClr val="dk1"/>
                </a:solidFill>
                <a:latin typeface="ZCOOL XiaoWei"/>
                <a:ea typeface="ZCOOL XiaoWei"/>
                <a:cs typeface="ZCOOL XiaoWei"/>
                <a:sym typeface="ZCOOL XiaoWei"/>
              </a:rPr>
              <a:t>di seguito gli strumenti e utilizzi:</a:t>
            </a:r>
            <a:endParaRPr sz="11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100">
                <a:solidFill>
                  <a:schemeClr val="dk1"/>
                </a:solidFill>
                <a:latin typeface="ZCOOL XiaoWei"/>
                <a:ea typeface="ZCOOL XiaoWei"/>
                <a:cs typeface="ZCOOL XiaoWei"/>
                <a:sym typeface="ZCOOL XiaoWei"/>
              </a:rPr>
              <a:t>	•	</a:t>
            </a:r>
            <a:r>
              <a:rPr lang="en-US" sz="1100" u="sng">
                <a:solidFill>
                  <a:schemeClr val="hlink"/>
                </a:solidFill>
                <a:latin typeface="ZCOOL XiaoWei"/>
                <a:ea typeface="ZCOOL XiaoWei"/>
                <a:cs typeface="ZCOOL XiaoWei"/>
                <a:sym typeface="ZCOOL XiaoWei"/>
                <a:hlinkClick r:id="rId3"/>
              </a:rPr>
              <a:t>GitHub</a:t>
            </a:r>
            <a:r>
              <a:rPr lang="en-US" sz="1100">
                <a:solidFill>
                  <a:schemeClr val="dk1"/>
                </a:solidFill>
                <a:latin typeface="ZCOOL XiaoWei"/>
                <a:ea typeface="ZCOOL XiaoWei"/>
                <a:cs typeface="ZCOOL XiaoWei"/>
                <a:sym typeface="ZCOOL XiaoWei"/>
              </a:rPr>
              <a:t>:</a:t>
            </a:r>
            <a:endParaRPr sz="1100">
              <a:solidFill>
                <a:schemeClr val="dk1"/>
              </a:solidFill>
              <a:latin typeface="ZCOOL XiaoWei"/>
              <a:ea typeface="ZCOOL XiaoWei"/>
              <a:cs typeface="ZCOOL XiaoWei"/>
              <a:sym typeface="ZCOOL XiaoWei"/>
            </a:endParaRPr>
          </a:p>
          <a:p>
            <a:pPr indent="-298450" lvl="0" marL="1371600" marR="0" rtl="0" algn="just">
              <a:lnSpc>
                <a:spcPct val="150000"/>
              </a:lnSpc>
              <a:spcBef>
                <a:spcPts val="0"/>
              </a:spcBef>
              <a:spcAft>
                <a:spcPts val="0"/>
              </a:spcAft>
              <a:buClr>
                <a:schemeClr val="dk1"/>
              </a:buClr>
              <a:buSzPts val="1100"/>
              <a:buFont typeface="ZCOOL XiaoWei"/>
              <a:buChar char="●"/>
            </a:pPr>
            <a:r>
              <a:rPr lang="en-US" sz="1100">
                <a:solidFill>
                  <a:schemeClr val="dk1"/>
                </a:solidFill>
                <a:latin typeface="ZCOOL XiaoWei"/>
                <a:ea typeface="ZCOOL XiaoWei"/>
                <a:cs typeface="ZCOOL XiaoWei"/>
                <a:sym typeface="ZCOOL XiaoWei"/>
              </a:rPr>
              <a:t>sincronizzazione del codice, gestione degli issue, sviluppo di nuove funzionalità o test tramite branch senza interferire con il branch main.</a:t>
            </a:r>
            <a:endParaRPr sz="11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100">
                <a:solidFill>
                  <a:schemeClr val="dk1"/>
                </a:solidFill>
                <a:latin typeface="ZCOOL XiaoWei"/>
                <a:ea typeface="ZCOOL XiaoWei"/>
                <a:cs typeface="ZCOOL XiaoWei"/>
                <a:sym typeface="ZCOOL XiaoWei"/>
              </a:rPr>
              <a:t>	•	Trello: </a:t>
            </a:r>
            <a:endParaRPr sz="1100">
              <a:solidFill>
                <a:schemeClr val="dk1"/>
              </a:solidFill>
              <a:latin typeface="ZCOOL XiaoWei"/>
              <a:ea typeface="ZCOOL XiaoWei"/>
              <a:cs typeface="ZCOOL XiaoWei"/>
              <a:sym typeface="ZCOOL XiaoWei"/>
            </a:endParaRPr>
          </a:p>
          <a:p>
            <a:pPr indent="-298450" lvl="0" marL="1371600" marR="0" rtl="0" algn="just">
              <a:lnSpc>
                <a:spcPct val="150000"/>
              </a:lnSpc>
              <a:spcBef>
                <a:spcPts val="0"/>
              </a:spcBef>
              <a:spcAft>
                <a:spcPts val="0"/>
              </a:spcAft>
              <a:buClr>
                <a:schemeClr val="dk1"/>
              </a:buClr>
              <a:buSzPts val="1100"/>
              <a:buChar char="●"/>
            </a:pPr>
            <a:r>
              <a:rPr lang="en-US" sz="1100">
                <a:solidFill>
                  <a:schemeClr val="dk1"/>
                </a:solidFill>
                <a:latin typeface="ZCOOL XiaoWei"/>
                <a:ea typeface="ZCOOL XiaoWei"/>
                <a:cs typeface="ZCOOL XiaoWei"/>
                <a:sym typeface="ZCOOL XiaoWei"/>
              </a:rPr>
              <a:t>inizialmente per il </a:t>
            </a:r>
            <a:r>
              <a:rPr lang="en-US" sz="1100" u="sng">
                <a:solidFill>
                  <a:schemeClr val="hlink"/>
                </a:solidFill>
                <a:latin typeface="ZCOOL XiaoWei"/>
                <a:ea typeface="ZCOOL XiaoWei"/>
                <a:cs typeface="ZCOOL XiaoWei"/>
                <a:sym typeface="ZCOOL XiaoWei"/>
                <a:hlinkClick r:id="rId4"/>
              </a:rPr>
              <a:t>MoSCoW</a:t>
            </a:r>
            <a:r>
              <a:rPr lang="en-US" sz="1100">
                <a:solidFill>
                  <a:schemeClr val="dk1"/>
                </a:solidFill>
                <a:latin typeface="ZCOOL XiaoWei"/>
                <a:ea typeface="ZCOOL XiaoWei"/>
                <a:cs typeface="ZCOOL XiaoWei"/>
                <a:sym typeface="ZCOOL XiaoWei"/>
              </a:rPr>
              <a:t>  del progetto, successivamente per il </a:t>
            </a:r>
            <a:r>
              <a:rPr lang="en-US" sz="1100" u="sng">
                <a:solidFill>
                  <a:schemeClr val="hlink"/>
                </a:solidFill>
                <a:latin typeface="ZCOOL XiaoWei"/>
                <a:ea typeface="ZCOOL XiaoWei"/>
                <a:cs typeface="ZCOOL XiaoWei"/>
                <a:sym typeface="ZCOOL XiaoWei"/>
                <a:hlinkClick r:id="rId5"/>
              </a:rPr>
              <a:t>Kanban</a:t>
            </a:r>
            <a:r>
              <a:rPr lang="en-US" sz="1100">
                <a:solidFill>
                  <a:schemeClr val="dk1"/>
                </a:solidFill>
                <a:latin typeface="ZCOOL XiaoWei"/>
                <a:ea typeface="ZCOOL XiaoWei"/>
                <a:cs typeface="ZCOOL XiaoWei"/>
                <a:sym typeface="ZCOOL XiaoWei"/>
              </a:rPr>
              <a:t> , con suddivisione delle task in </a:t>
            </a:r>
            <a:r>
              <a:rPr lang="en-US" sz="1100">
                <a:solidFill>
                  <a:schemeClr val="dk1"/>
                </a:solidFill>
              </a:rPr>
              <a:t>“</a:t>
            </a:r>
            <a:r>
              <a:rPr lang="en-US" sz="1100">
                <a:solidFill>
                  <a:schemeClr val="dk1"/>
                </a:solidFill>
                <a:latin typeface="ZCOOL XiaoWei"/>
                <a:ea typeface="ZCOOL XiaoWei"/>
                <a:cs typeface="ZCOOL XiaoWei"/>
                <a:sym typeface="ZCOOL XiaoWei"/>
              </a:rPr>
              <a:t>da fare</a:t>
            </a:r>
            <a:r>
              <a:rPr lang="en-US" sz="1100">
                <a:solidFill>
                  <a:schemeClr val="dk1"/>
                </a:solidFill>
              </a:rPr>
              <a:t>“</a:t>
            </a:r>
            <a:r>
              <a:rPr lang="en-US" sz="1100">
                <a:solidFill>
                  <a:schemeClr val="dk1"/>
                </a:solidFill>
                <a:latin typeface="ZCOOL XiaoWei"/>
                <a:ea typeface="ZCOOL XiaoWei"/>
                <a:cs typeface="ZCOOL XiaoWei"/>
                <a:sym typeface="ZCOOL XiaoWei"/>
              </a:rPr>
              <a:t>, </a:t>
            </a:r>
            <a:r>
              <a:rPr lang="en-US" sz="1100">
                <a:solidFill>
                  <a:schemeClr val="dk1"/>
                </a:solidFill>
              </a:rPr>
              <a:t>“</a:t>
            </a:r>
            <a:r>
              <a:rPr lang="en-US" sz="1100">
                <a:solidFill>
                  <a:schemeClr val="dk1"/>
                </a:solidFill>
                <a:latin typeface="ZCOOL XiaoWei"/>
                <a:ea typeface="ZCOOL XiaoWei"/>
                <a:cs typeface="ZCOOL XiaoWei"/>
                <a:sym typeface="ZCOOL XiaoWei"/>
              </a:rPr>
              <a:t>in corso</a:t>
            </a:r>
            <a:r>
              <a:rPr lang="en-US" sz="1100">
                <a:solidFill>
                  <a:schemeClr val="dk1"/>
                </a:solidFill>
              </a:rPr>
              <a:t>“</a:t>
            </a:r>
            <a:r>
              <a:rPr lang="en-US" sz="1100">
                <a:solidFill>
                  <a:schemeClr val="dk1"/>
                </a:solidFill>
                <a:latin typeface="ZCOOL XiaoWei"/>
                <a:ea typeface="ZCOOL XiaoWei"/>
                <a:cs typeface="ZCOOL XiaoWei"/>
                <a:sym typeface="ZCOOL XiaoWei"/>
              </a:rPr>
              <a:t>, </a:t>
            </a:r>
            <a:r>
              <a:rPr lang="en-US" sz="1100">
                <a:solidFill>
                  <a:schemeClr val="dk1"/>
                </a:solidFill>
              </a:rPr>
              <a:t>“</a:t>
            </a:r>
            <a:r>
              <a:rPr lang="en-US" sz="1100">
                <a:solidFill>
                  <a:schemeClr val="dk1"/>
                </a:solidFill>
                <a:latin typeface="ZCOOL XiaoWei"/>
                <a:ea typeface="ZCOOL XiaoWei"/>
                <a:cs typeface="ZCOOL XiaoWei"/>
                <a:sym typeface="ZCOOL XiaoWei"/>
              </a:rPr>
              <a:t>in revisione</a:t>
            </a:r>
            <a:r>
              <a:rPr lang="en-US" sz="1100">
                <a:solidFill>
                  <a:schemeClr val="dk1"/>
                </a:solidFill>
              </a:rPr>
              <a:t>“</a:t>
            </a:r>
            <a:r>
              <a:rPr lang="en-US" sz="1100">
                <a:solidFill>
                  <a:schemeClr val="dk1"/>
                </a:solidFill>
                <a:latin typeface="ZCOOL XiaoWei"/>
                <a:ea typeface="ZCOOL XiaoWei"/>
                <a:cs typeface="ZCOOL XiaoWei"/>
                <a:sym typeface="ZCOOL XiaoWei"/>
              </a:rPr>
              <a:t> e </a:t>
            </a:r>
            <a:r>
              <a:rPr lang="en-US" sz="1100">
                <a:solidFill>
                  <a:schemeClr val="dk1"/>
                </a:solidFill>
              </a:rPr>
              <a:t>“</a:t>
            </a:r>
            <a:r>
              <a:rPr lang="en-US" sz="1100">
                <a:solidFill>
                  <a:schemeClr val="dk1"/>
                </a:solidFill>
                <a:latin typeface="ZCOOL XiaoWei"/>
                <a:ea typeface="ZCOOL XiaoWei"/>
                <a:cs typeface="ZCOOL XiaoWei"/>
                <a:sym typeface="ZCOOL XiaoWei"/>
              </a:rPr>
              <a:t>fatte</a:t>
            </a:r>
            <a:r>
              <a:rPr lang="en-US" sz="1100">
                <a:solidFill>
                  <a:schemeClr val="dk1"/>
                </a:solidFill>
              </a:rPr>
              <a:t>”</a:t>
            </a:r>
            <a:r>
              <a:rPr lang="en-US" sz="1100">
                <a:solidFill>
                  <a:schemeClr val="dk1"/>
                </a:solidFill>
                <a:latin typeface="ZCOOL XiaoWei"/>
                <a:ea typeface="ZCOOL XiaoWei"/>
                <a:cs typeface="ZCOOL XiaoWei"/>
                <a:sym typeface="ZCOOL XiaoWei"/>
              </a:rPr>
              <a:t>.</a:t>
            </a:r>
            <a:endParaRPr sz="11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100">
                <a:solidFill>
                  <a:schemeClr val="dk1"/>
                </a:solidFill>
                <a:latin typeface="ZCOOL XiaoWei"/>
                <a:ea typeface="ZCOOL XiaoWei"/>
                <a:cs typeface="ZCOOL XiaoWei"/>
                <a:sym typeface="ZCOOL XiaoWei"/>
              </a:rPr>
              <a:t>	•	Google Drive: </a:t>
            </a:r>
            <a:endParaRPr sz="1100">
              <a:solidFill>
                <a:schemeClr val="dk1"/>
              </a:solidFill>
              <a:latin typeface="ZCOOL XiaoWei"/>
              <a:ea typeface="ZCOOL XiaoWei"/>
              <a:cs typeface="ZCOOL XiaoWei"/>
              <a:sym typeface="ZCOOL XiaoWei"/>
            </a:endParaRPr>
          </a:p>
          <a:p>
            <a:pPr indent="-298450" lvl="0" marL="1371600" marR="0" rtl="0" algn="just">
              <a:lnSpc>
                <a:spcPct val="150000"/>
              </a:lnSpc>
              <a:spcBef>
                <a:spcPts val="0"/>
              </a:spcBef>
              <a:spcAft>
                <a:spcPts val="0"/>
              </a:spcAft>
              <a:buClr>
                <a:schemeClr val="dk1"/>
              </a:buClr>
              <a:buSzPts val="1100"/>
              <a:buFont typeface="ZCOOL XiaoWei"/>
              <a:buChar char="●"/>
            </a:pPr>
            <a:r>
              <a:rPr lang="en-US" sz="1100">
                <a:solidFill>
                  <a:schemeClr val="dk1"/>
                </a:solidFill>
                <a:latin typeface="ZCOOL XiaoWei"/>
                <a:ea typeface="ZCOOL XiaoWei"/>
                <a:cs typeface="ZCOOL XiaoWei"/>
                <a:sym typeface="ZCOOL XiaoWei"/>
              </a:rPr>
              <a:t>collaborazione in tempo reale durante la stesura di documenti nelle riunioni.</a:t>
            </a:r>
            <a:endParaRPr sz="11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txBox="1"/>
          <p:nvPr>
            <p:ph type="title"/>
          </p:nvPr>
        </p:nvSpPr>
        <p:spPr>
          <a:xfrm>
            <a:off x="671800" y="680900"/>
            <a:ext cx="55623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a:buNone/>
            </a:pPr>
            <a:r>
              <a:rPr lang="en-US" sz="4000" u="none" strike="noStrike">
                <a:solidFill>
                  <a:schemeClr val="dk1"/>
                </a:solidFill>
                <a:latin typeface="ZCOOL XiaoWei"/>
                <a:ea typeface="ZCOOL XiaoWei"/>
                <a:cs typeface="ZCOOL XiaoWei"/>
                <a:sym typeface="ZCOOL XiaoWei"/>
              </a:rPr>
              <a:t>Software life cycle</a:t>
            </a:r>
            <a:endParaRPr sz="4000" u="none" strike="noStrike">
              <a:solidFill>
                <a:schemeClr val="dk1"/>
              </a:solidFill>
              <a:latin typeface="ZCOOL XiaoWei"/>
              <a:ea typeface="ZCOOL XiaoWei"/>
              <a:cs typeface="ZCOOL XiaoWei"/>
              <a:sym typeface="ZCOOL XiaoWei"/>
            </a:endParaRPr>
          </a:p>
        </p:txBody>
      </p:sp>
      <p:sp>
        <p:nvSpPr>
          <p:cNvPr id="259" name="Google Shape;259;p31"/>
          <p:cNvSpPr txBox="1"/>
          <p:nvPr>
            <p:ph idx="1" type="body"/>
          </p:nvPr>
        </p:nvSpPr>
        <p:spPr>
          <a:xfrm>
            <a:off x="734250" y="1704601"/>
            <a:ext cx="7675500" cy="25860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Per lo sviluppo del progetto abbiamo adottato un approccio Agile, in particolare la metodologia Scrum, i cui dettagli sono disponibili nella documentazione di </a:t>
            </a:r>
            <a:r>
              <a:rPr lang="en-US" sz="1200" u="sng">
                <a:solidFill>
                  <a:schemeClr val="hlink"/>
                </a:solidFill>
                <a:latin typeface="ZCOOL XiaoWei"/>
                <a:ea typeface="ZCOOL XiaoWei"/>
                <a:cs typeface="ZCOOL XiaoWei"/>
                <a:sym typeface="ZCOOL XiaoWei"/>
                <a:hlinkClick r:id="rId3"/>
              </a:rPr>
              <a:t>Product Management</a:t>
            </a:r>
            <a:r>
              <a:rPr lang="en-US" sz="1200">
                <a:solidFill>
                  <a:schemeClr val="dk1"/>
                </a:solidFill>
                <a:latin typeface="ZCOOL XiaoWei"/>
                <a:ea typeface="ZCOOL XiaoWei"/>
                <a:cs typeface="ZCOOL XiaoWei"/>
                <a:sym typeface="ZCOOL XiaoWei"/>
              </a:rPr>
              <a:t>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Seguendo Scrum, il lavoro è stato organizzato in sprint della durata di circa una settimana:</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All</a:t>
            </a:r>
            <a:r>
              <a:rPr lang="en-US" sz="1200">
                <a:solidFill>
                  <a:schemeClr val="dk1"/>
                </a:solidFill>
              </a:rPr>
              <a:t>’</a:t>
            </a:r>
            <a:r>
              <a:rPr lang="en-US" sz="1200">
                <a:solidFill>
                  <a:schemeClr val="dk1"/>
                </a:solidFill>
                <a:latin typeface="ZCOOL XiaoWei"/>
                <a:ea typeface="ZCOOL XiaoWei"/>
                <a:cs typeface="ZCOOL XiaoWei"/>
                <a:sym typeface="ZCOOL XiaoWei"/>
              </a:rPr>
              <a:t>inizio di ogni sprint venivano definite le task da svolgere e assegnate ai membri del team.</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Come scadenza, le task erano previste per la fine della settimana, con possibilità di posticipare in caso di imprevisti.</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•Al termine dello sprint si svolgeva lo Sprint Review, per verificare il lavoro completato e pianificare il ciclo successivo.</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p:nvPr/>
        </p:nvSpPr>
        <p:spPr>
          <a:xfrm>
            <a:off x="476280" y="476280"/>
            <a:ext cx="819108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lang="en-US" sz="3000" u="none" strike="noStrike">
                <a:solidFill>
                  <a:schemeClr val="dk1"/>
                </a:solidFill>
                <a:latin typeface="ZCOOL XiaoWei"/>
                <a:ea typeface="ZCOOL XiaoWei"/>
                <a:cs typeface="ZCOOL XiaoWei"/>
                <a:sym typeface="ZCOOL XiaoWei"/>
              </a:rPr>
              <a:t>Requisiti</a:t>
            </a:r>
            <a:endParaRPr b="0" sz="3000" u="none" strike="noStrike">
              <a:solidFill>
                <a:srgbClr val="FFFFFF"/>
              </a:solidFill>
              <a:latin typeface="Noto Sans Symbols"/>
              <a:ea typeface="Noto Sans Symbols"/>
              <a:cs typeface="Noto Sans Symbols"/>
              <a:sym typeface="Noto Sans Symbols"/>
            </a:endParaRPr>
          </a:p>
        </p:txBody>
      </p:sp>
      <p:sp>
        <p:nvSpPr>
          <p:cNvPr id="265" name="Google Shape;265;p32"/>
          <p:cNvSpPr/>
          <p:nvPr/>
        </p:nvSpPr>
        <p:spPr>
          <a:xfrm>
            <a:off x="476225" y="1190851"/>
            <a:ext cx="8191200" cy="3133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Partendo dal gioco fisico e dall’analisi tramite MoSCoW, abbiamo individuato i requisiti fondamentali del software. L</a:t>
            </a:r>
            <a:r>
              <a:rPr lang="en-US" sz="1200">
                <a:solidFill>
                  <a:schemeClr val="dk1"/>
                </a:solidFill>
              </a:rPr>
              <a:t>’</a:t>
            </a:r>
            <a:r>
              <a:rPr lang="en-US" sz="1200">
                <a:solidFill>
                  <a:schemeClr val="dk1"/>
                </a:solidFill>
                <a:latin typeface="ZCOOL XiaoWei"/>
                <a:ea typeface="ZCOOL XiaoWei"/>
                <a:cs typeface="ZCOOL XiaoWei"/>
                <a:sym typeface="ZCOOL XiaoWei"/>
              </a:rPr>
              <a:t>applicazione deve riprodurre fedelmente le meccaniche del gioco, gestire automaticamente le fasi, fornire un</a:t>
            </a:r>
            <a:r>
              <a:rPr lang="en-US" sz="1200">
                <a:solidFill>
                  <a:schemeClr val="dk1"/>
                </a:solidFill>
              </a:rPr>
              <a:t>’</a:t>
            </a:r>
            <a:r>
              <a:rPr lang="en-US" sz="1200">
                <a:solidFill>
                  <a:schemeClr val="dk1"/>
                </a:solidFill>
                <a:latin typeface="ZCOOL XiaoWei"/>
                <a:ea typeface="ZCOOL XiaoWei"/>
                <a:cs typeface="ZCOOL XiaoWei"/>
                <a:sym typeface="ZCOOL XiaoWei"/>
              </a:rPr>
              <a:t>interfaccia chiara e consentire l</a:t>
            </a:r>
            <a:r>
              <a:rPr lang="en-US" sz="1200">
                <a:solidFill>
                  <a:schemeClr val="dk1"/>
                </a:solidFill>
              </a:rPr>
              <a:t>’</a:t>
            </a:r>
            <a:r>
              <a:rPr lang="en-US" sz="1200">
                <a:solidFill>
                  <a:schemeClr val="dk1"/>
                </a:solidFill>
                <a:latin typeface="ZCOOL XiaoWei"/>
                <a:ea typeface="ZCOOL XiaoWei"/>
                <a:cs typeface="ZCOOL XiaoWei"/>
                <a:sym typeface="ZCOOL XiaoWei"/>
              </a:rPr>
              <a:t>espansione dei contenuti tramite JSON senza modificare il codice.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Punti chiave: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	•	Gestione automatica delle fasi di gioco e delle risorse (Vita, Attacco, Influenza)</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	•	Interfaccia grafica intuitiva e adattabile (GameBoardUI, Mercato, Area Giocatore)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	•	Caricamento dinamico dei dati da JSON</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	•	Architettura modulare, orientata a oggetti e con design pattern</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Per l</a:t>
            </a:r>
            <a:r>
              <a:rPr lang="en-US" sz="1200">
                <a:solidFill>
                  <a:schemeClr val="dk1"/>
                </a:solidFill>
              </a:rPr>
              <a:t>’</a:t>
            </a:r>
            <a:r>
              <a:rPr lang="en-US" sz="1200">
                <a:solidFill>
                  <a:schemeClr val="dk1"/>
                </a:solidFill>
                <a:latin typeface="ZCOOL XiaoWei"/>
                <a:ea typeface="ZCOOL XiaoWei"/>
                <a:cs typeface="ZCOOL XiaoWei"/>
                <a:sym typeface="ZCOOL XiaoWei"/>
              </a:rPr>
              <a:t>elenco completo dei requisiti, fare riferimento al documento </a:t>
            </a:r>
            <a:r>
              <a:rPr lang="en-US" sz="1200" u="sng">
                <a:solidFill>
                  <a:schemeClr val="hlink"/>
                </a:solidFill>
                <a:latin typeface="ZCOOL XiaoWei"/>
                <a:ea typeface="ZCOOL XiaoWei"/>
                <a:cs typeface="ZCOOL XiaoWei"/>
                <a:sym typeface="ZCOOL XiaoWei"/>
                <a:hlinkClick r:id="rId3"/>
              </a:rPr>
              <a:t>Requirements Engineering</a:t>
            </a:r>
            <a:r>
              <a:rPr lang="en-US" sz="1200">
                <a:solidFill>
                  <a:schemeClr val="dk1"/>
                </a:solidFill>
                <a:latin typeface="ZCOOL XiaoWei"/>
                <a:ea typeface="ZCOOL XiaoWei"/>
                <a:cs typeface="ZCOOL XiaoWei"/>
                <a:sym typeface="ZCOOL XiaoWei"/>
              </a:rPr>
              <a:t>.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685800" y="729875"/>
            <a:ext cx="55623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a:buNone/>
            </a:pPr>
            <a:r>
              <a:rPr lang="en-US" sz="4000" u="none" strike="noStrike">
                <a:solidFill>
                  <a:schemeClr val="dk1"/>
                </a:solidFill>
                <a:latin typeface="ZCOOL XiaoWei"/>
                <a:ea typeface="ZCOOL XiaoWei"/>
                <a:cs typeface="ZCOOL XiaoWei"/>
                <a:sym typeface="ZCOOL XiaoWei"/>
              </a:rPr>
              <a:t>Architettura</a:t>
            </a:r>
            <a:endParaRPr sz="4000" u="none" strike="noStrike">
              <a:solidFill>
                <a:schemeClr val="dk1"/>
              </a:solidFill>
              <a:latin typeface="ZCOOL XiaoWei"/>
              <a:ea typeface="ZCOOL XiaoWei"/>
              <a:cs typeface="ZCOOL XiaoWei"/>
              <a:sym typeface="ZCOOL XiaoWei"/>
            </a:endParaRPr>
          </a:p>
        </p:txBody>
      </p:sp>
      <p:sp>
        <p:nvSpPr>
          <p:cNvPr id="271" name="Google Shape;271;p33"/>
          <p:cNvSpPr txBox="1"/>
          <p:nvPr>
            <p:ph idx="1" type="body"/>
          </p:nvPr>
        </p:nvSpPr>
        <p:spPr>
          <a:xfrm>
            <a:off x="811546" y="1532325"/>
            <a:ext cx="7586100" cy="1952400"/>
          </a:xfrm>
          <a:prstGeom prst="rect">
            <a:avLst/>
          </a:prstGeom>
          <a:noFill/>
          <a:ln>
            <a:noFill/>
          </a:ln>
        </p:spPr>
        <p:txBody>
          <a:bodyPr anchorCtr="0" anchor="t" bIns="91425" lIns="91425" spcFirstLastPara="1" rIns="91425" wrap="square" tIns="91425">
            <a:normAutofit/>
          </a:bodyPr>
          <a:lstStyle/>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Lo stile architetturale che abbiamo sviluppato è un sistema a livelli event-driven, questo perchè il programma è strutturato nella seguente maniera (</a:t>
            </a:r>
            <a:r>
              <a:rPr lang="en-US" sz="1200" u="sng">
                <a:solidFill>
                  <a:schemeClr val="hlink"/>
                </a:solidFill>
                <a:latin typeface="ZCOOL XiaoWei"/>
                <a:ea typeface="ZCOOL XiaoWei"/>
                <a:cs typeface="ZCOOL XiaoWei"/>
                <a:sym typeface="ZCOOL XiaoWei"/>
                <a:hlinkClick r:id="rId3"/>
              </a:rPr>
              <a:t>Software Architecture</a:t>
            </a:r>
            <a:r>
              <a:rPr lang="en-US" sz="1200">
                <a:solidFill>
                  <a:schemeClr val="dk1"/>
                </a:solidFill>
                <a:latin typeface="ZCOOL XiaoWei"/>
                <a:ea typeface="ZCOOL XiaoWei"/>
                <a:cs typeface="ZCOOL XiaoWei"/>
                <a:sym typeface="ZCOOL XiaoWei"/>
              </a:rPr>
              <a:t>)</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dove l</a:t>
            </a:r>
            <a:r>
              <a:rPr lang="en-US" sz="1200">
                <a:solidFill>
                  <a:schemeClr val="dk1"/>
                </a:solidFill>
              </a:rPr>
              <a:t>’</a:t>
            </a:r>
            <a:r>
              <a:rPr lang="en-US" sz="1200">
                <a:solidFill>
                  <a:schemeClr val="dk1"/>
                </a:solidFill>
                <a:latin typeface="ZCOOL XiaoWei"/>
                <a:ea typeface="ZCOOL XiaoWei"/>
                <a:cs typeface="ZCOOL XiaoWei"/>
                <a:sym typeface="ZCOOL XiaoWei"/>
              </a:rPr>
              <a:t>UI agisce in base agli eventi generati dal programma stesso o dal giocatore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p:txBody>
      </p:sp>
      <p:pic>
        <p:nvPicPr>
          <p:cNvPr id="272" name="Google Shape;272;p33"/>
          <p:cNvPicPr preferRelativeResize="0"/>
          <p:nvPr/>
        </p:nvPicPr>
        <p:blipFill>
          <a:blip r:embed="rId4">
            <a:alphaModFix/>
          </a:blip>
          <a:stretch>
            <a:fillRect/>
          </a:stretch>
        </p:blipFill>
        <p:spPr>
          <a:xfrm>
            <a:off x="1926725" y="3072125"/>
            <a:ext cx="5290550" cy="1450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txBox="1"/>
          <p:nvPr>
            <p:ph type="title"/>
          </p:nvPr>
        </p:nvSpPr>
        <p:spPr>
          <a:xfrm>
            <a:off x="671800" y="743875"/>
            <a:ext cx="55623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a:buNone/>
            </a:pPr>
            <a:r>
              <a:rPr lang="en-US" sz="4000" u="none" strike="noStrike">
                <a:solidFill>
                  <a:schemeClr val="dk1"/>
                </a:solidFill>
                <a:latin typeface="ZCOOL XiaoWei"/>
                <a:ea typeface="ZCOOL XiaoWei"/>
                <a:cs typeface="ZCOOL XiaoWei"/>
                <a:sym typeface="ZCOOL XiaoWei"/>
              </a:rPr>
              <a:t>Design pattern</a:t>
            </a:r>
            <a:endParaRPr sz="4000" u="none" strike="noStrike">
              <a:solidFill>
                <a:schemeClr val="dk1"/>
              </a:solidFill>
              <a:latin typeface="ZCOOL XiaoWei"/>
              <a:ea typeface="ZCOOL XiaoWei"/>
              <a:cs typeface="ZCOOL XiaoWei"/>
              <a:sym typeface="ZCOOL XiaoWei"/>
            </a:endParaRPr>
          </a:p>
        </p:txBody>
      </p:sp>
      <p:sp>
        <p:nvSpPr>
          <p:cNvPr id="278" name="Google Shape;278;p34"/>
          <p:cNvSpPr txBox="1"/>
          <p:nvPr>
            <p:ph idx="1" type="body"/>
          </p:nvPr>
        </p:nvSpPr>
        <p:spPr>
          <a:xfrm>
            <a:off x="818521" y="1704600"/>
            <a:ext cx="7572000" cy="23088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Nel progetto sono stati adottati alcuni pattern fondamentali per rendere il codice modulare e facilmente manutenibile. In particolare, sono stati utilizzati pattern che facilitano il caricamento degli oggetti e la gestione degli eventi di gioco.</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Principali pattern:</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Factory Pattern – per il caricamento degli oggetti del gioco dai file JSON tramite classi Factory</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	•	Observer Pattern – per la gestione degli eventi e dei trigger</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5"/>
          <p:cNvSpPr txBox="1"/>
          <p:nvPr>
            <p:ph type="title"/>
          </p:nvPr>
        </p:nvSpPr>
        <p:spPr>
          <a:xfrm>
            <a:off x="678800" y="750875"/>
            <a:ext cx="7333800" cy="800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4000"/>
              <a:buFont typeface="Archivo"/>
              <a:buNone/>
            </a:pPr>
            <a:r>
              <a:rPr lang="en-US" sz="4000" u="none" strike="noStrike">
                <a:solidFill>
                  <a:schemeClr val="dk1"/>
                </a:solidFill>
                <a:latin typeface="ZCOOL XiaoWei"/>
                <a:ea typeface="ZCOOL XiaoWei"/>
                <a:cs typeface="ZCOOL XiaoWei"/>
                <a:sym typeface="ZCOOL XiaoWei"/>
              </a:rPr>
              <a:t>Metriche di qualità del progetto</a:t>
            </a:r>
            <a:endParaRPr sz="4000" u="none" strike="noStrike">
              <a:solidFill>
                <a:schemeClr val="dk1"/>
              </a:solidFill>
              <a:latin typeface="ZCOOL XiaoWei"/>
              <a:ea typeface="ZCOOL XiaoWei"/>
              <a:cs typeface="ZCOOL XiaoWei"/>
              <a:sym typeface="ZCOOL XiaoWei"/>
            </a:endParaRPr>
          </a:p>
        </p:txBody>
      </p:sp>
      <p:sp>
        <p:nvSpPr>
          <p:cNvPr id="284" name="Google Shape;284;p35"/>
          <p:cNvSpPr txBox="1"/>
          <p:nvPr>
            <p:ph idx="1" type="body"/>
          </p:nvPr>
        </p:nvSpPr>
        <p:spPr>
          <a:xfrm>
            <a:off x="797246" y="1630300"/>
            <a:ext cx="7549500" cy="25860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La qualità del progetto è stata analizzata mediante l</a:t>
            </a:r>
            <a:r>
              <a:rPr lang="en-US" sz="1200">
                <a:solidFill>
                  <a:schemeClr val="dk1"/>
                </a:solidFill>
              </a:rPr>
              <a:t>’</a:t>
            </a:r>
            <a:r>
              <a:rPr lang="en-US" sz="1200">
                <a:solidFill>
                  <a:schemeClr val="dk1"/>
                </a:solidFill>
                <a:latin typeface="ZCOOL XiaoWei"/>
                <a:ea typeface="ZCOOL XiaoWei"/>
                <a:cs typeface="ZCOOL XiaoWei"/>
                <a:sym typeface="ZCOOL XiaoWei"/>
              </a:rPr>
              <a:t>utilizzo del tool CodeMR, con il quale sono state analizzate:</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Le metriche del software;</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Visualizzazione della grafica;</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L</a:t>
            </a:r>
            <a:r>
              <a:rPr lang="en-US" sz="1200">
                <a:solidFill>
                  <a:schemeClr val="dk1"/>
                </a:solidFill>
              </a:rPr>
              <a:t>’</a:t>
            </a:r>
            <a:r>
              <a:rPr lang="en-US" sz="1200">
                <a:solidFill>
                  <a:schemeClr val="dk1"/>
                </a:solidFill>
                <a:latin typeface="ZCOOL XiaoWei"/>
                <a:ea typeface="ZCOOL XiaoWei"/>
                <a:cs typeface="ZCOOL XiaoWei"/>
                <a:sym typeface="ZCOOL XiaoWei"/>
              </a:rPr>
              <a:t>identificazione del debito tecnico;  </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rPr lang="en-US" sz="1200">
                <a:solidFill>
                  <a:schemeClr val="dk1"/>
                </a:solidFill>
                <a:latin typeface="ZCOOL XiaoWei"/>
                <a:ea typeface="ZCOOL XiaoWei"/>
                <a:cs typeface="ZCOOL XiaoWei"/>
                <a:sym typeface="ZCOOL XiaoWei"/>
              </a:rPr>
              <a:t>Ho preso in analisi tre package principali del gioco: </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Carte; </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gestore effetti;</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grafica;</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p:nvPr/>
        </p:nvSpPr>
        <p:spPr>
          <a:xfrm>
            <a:off x="476280" y="476280"/>
            <a:ext cx="819108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lang="en-US" sz="3000" u="none" strike="noStrike">
                <a:solidFill>
                  <a:schemeClr val="dk1"/>
                </a:solidFill>
                <a:latin typeface="ZCOOL XiaoWei"/>
                <a:ea typeface="ZCOOL XiaoWei"/>
                <a:cs typeface="ZCOOL XiaoWei"/>
                <a:sym typeface="ZCOOL XiaoWei"/>
              </a:rPr>
              <a:t>Analisi Carte</a:t>
            </a:r>
            <a:endParaRPr b="0" sz="3000" u="none" strike="noStrike">
              <a:solidFill>
                <a:srgbClr val="FFFFFF"/>
              </a:solidFill>
              <a:latin typeface="Noto Sans Symbols"/>
              <a:ea typeface="Noto Sans Symbols"/>
              <a:cs typeface="Noto Sans Symbols"/>
              <a:sym typeface="Noto Sans Symbols"/>
            </a:endParaRPr>
          </a:p>
        </p:txBody>
      </p:sp>
      <p:sp>
        <p:nvSpPr>
          <p:cNvPr id="290" name="Google Shape;290;p36"/>
          <p:cNvSpPr/>
          <p:nvPr/>
        </p:nvSpPr>
        <p:spPr>
          <a:xfrm>
            <a:off x="476275" y="1428475"/>
            <a:ext cx="3624600" cy="31434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1" lang="en-US" sz="1700">
                <a:solidFill>
                  <a:schemeClr val="dk1"/>
                </a:solidFill>
                <a:latin typeface="ZCOOL XiaoWei"/>
                <a:ea typeface="ZCOOL XiaoWei"/>
                <a:cs typeface="ZCOOL XiaoWei"/>
                <a:sym typeface="ZCOOL XiaoWei"/>
              </a:rPr>
              <a:t>Dependency Graph:</a:t>
            </a:r>
            <a:r>
              <a:rPr lang="en-US" sz="1700">
                <a:solidFill>
                  <a:schemeClr val="dk1"/>
                </a:solidFill>
                <a:latin typeface="ZCOOL XiaoWei"/>
                <a:ea typeface="ZCOOL XiaoWei"/>
                <a:cs typeface="ZCOOL XiaoWei"/>
                <a:sym typeface="ZCOOL XiaoWei"/>
              </a:rPr>
              <a:t> permette di visualizzare l</a:t>
            </a:r>
            <a:r>
              <a:rPr lang="en-US" sz="1200">
                <a:solidFill>
                  <a:schemeClr val="dk1"/>
                </a:solidFill>
              </a:rPr>
              <a:t>’</a:t>
            </a:r>
            <a:r>
              <a:rPr lang="en-US" sz="1700">
                <a:solidFill>
                  <a:schemeClr val="dk1"/>
                </a:solidFill>
                <a:latin typeface="ZCOOL XiaoWei"/>
                <a:ea typeface="ZCOOL XiaoWei"/>
                <a:cs typeface="ZCOOL XiaoWei"/>
                <a:sym typeface="ZCOOL XiaoWei"/>
              </a:rPr>
              <a:t>architettura interna del package carte, evidenziando pattern di progettazione per l</a:t>
            </a:r>
            <a:r>
              <a:rPr lang="en-US" sz="1200">
                <a:solidFill>
                  <a:schemeClr val="dk1"/>
                </a:solidFill>
              </a:rPr>
              <a:t>’</a:t>
            </a:r>
            <a:r>
              <a:rPr lang="en-US" sz="1700">
                <a:solidFill>
                  <a:schemeClr val="dk1"/>
                </a:solidFill>
                <a:latin typeface="ZCOOL XiaoWei"/>
                <a:ea typeface="ZCOOL XiaoWei"/>
                <a:cs typeface="ZCOOL XiaoWei"/>
                <a:sym typeface="ZCOOL XiaoWei"/>
              </a:rPr>
              <a:t>entità gioco.</a:t>
            </a:r>
            <a:endParaRPr sz="1700">
              <a:solidFill>
                <a:schemeClr val="dk1"/>
              </a:solidFill>
              <a:latin typeface="ZCOOL XiaoWei"/>
              <a:ea typeface="ZCOOL XiaoWei"/>
              <a:cs typeface="ZCOOL XiaoWei"/>
              <a:sym typeface="ZCOOL XiaoWei"/>
            </a:endParaRPr>
          </a:p>
          <a:p>
            <a:pPr indent="0" lvl="0" marL="0" marR="0" rtl="0" algn="just">
              <a:lnSpc>
                <a:spcPct val="100000"/>
              </a:lnSpc>
              <a:spcBef>
                <a:spcPts val="0"/>
              </a:spcBef>
              <a:spcAft>
                <a:spcPts val="0"/>
              </a:spcAft>
              <a:buNone/>
            </a:pPr>
            <a:r>
              <a:rPr lang="en-US" sz="1700">
                <a:solidFill>
                  <a:schemeClr val="dk1"/>
                </a:solidFill>
                <a:latin typeface="ZCOOL XiaoWei"/>
                <a:ea typeface="ZCOOL XiaoWei"/>
                <a:cs typeface="ZCOOL XiaoWei"/>
                <a:sym typeface="ZCOOL XiaoWei"/>
              </a:rPr>
              <a:t>Dal grafico si può notare:</a:t>
            </a:r>
            <a:endParaRPr sz="17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Centralità;</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Analisi delle relazioni;</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Dimensione dei nodi;</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Indicatori cromatici;</a:t>
            </a:r>
            <a:endParaRPr sz="2100">
              <a:solidFill>
                <a:schemeClr val="dk1"/>
              </a:solidFill>
              <a:latin typeface="ZCOOL XiaoWei"/>
              <a:ea typeface="ZCOOL XiaoWei"/>
              <a:cs typeface="ZCOOL XiaoWei"/>
              <a:sym typeface="ZCOOL XiaoWei"/>
            </a:endParaRPr>
          </a:p>
        </p:txBody>
      </p:sp>
      <p:pic>
        <p:nvPicPr>
          <p:cNvPr id="291" name="Google Shape;291;p36"/>
          <p:cNvPicPr preferRelativeResize="0"/>
          <p:nvPr/>
        </p:nvPicPr>
        <p:blipFill>
          <a:blip r:embed="rId3">
            <a:alphaModFix/>
          </a:blip>
          <a:stretch>
            <a:fillRect/>
          </a:stretch>
        </p:blipFill>
        <p:spPr>
          <a:xfrm>
            <a:off x="4218200" y="1428475"/>
            <a:ext cx="4296799" cy="2459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dk1"/>
                </a:solidFill>
                <a:latin typeface="ZCOOL XiaoWei"/>
                <a:ea typeface="ZCOOL XiaoWei"/>
                <a:cs typeface="ZCOOL XiaoWei"/>
                <a:sym typeface="ZCOOL XiaoWei"/>
              </a:rPr>
              <a:t>Analisi Gestore Effetti</a:t>
            </a:r>
            <a:endParaRPr sz="3000">
              <a:solidFill>
                <a:schemeClr val="dk1"/>
              </a:solidFill>
              <a:latin typeface="ZCOOL XiaoWei"/>
              <a:ea typeface="ZCOOL XiaoWei"/>
              <a:cs typeface="ZCOOL XiaoWei"/>
              <a:sym typeface="ZCOOL XiaoWei"/>
            </a:endParaRPr>
          </a:p>
        </p:txBody>
      </p:sp>
      <p:sp>
        <p:nvSpPr>
          <p:cNvPr id="297" name="Google Shape;297;p37"/>
          <p:cNvSpPr/>
          <p:nvPr/>
        </p:nvSpPr>
        <p:spPr>
          <a:xfrm>
            <a:off x="476275" y="1980450"/>
            <a:ext cx="4233300" cy="15954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lang="en-US" sz="1800">
                <a:solidFill>
                  <a:schemeClr val="dk1"/>
                </a:solidFill>
                <a:latin typeface="ZCOOL XiaoWei"/>
                <a:ea typeface="ZCOOL XiaoWei"/>
                <a:cs typeface="ZCOOL XiaoWei"/>
                <a:sym typeface="ZCOOL XiaoWei"/>
              </a:rPr>
              <a:t>Dall</a:t>
            </a:r>
            <a:r>
              <a:rPr lang="en-US" sz="1200">
                <a:solidFill>
                  <a:schemeClr val="dk1"/>
                </a:solidFill>
              </a:rPr>
              <a:t>’</a:t>
            </a:r>
            <a:r>
              <a:rPr lang="en-US" sz="1800">
                <a:solidFill>
                  <a:schemeClr val="dk1"/>
                </a:solidFill>
                <a:latin typeface="ZCOOL XiaoWei"/>
                <a:ea typeface="ZCOOL XiaoWei"/>
                <a:cs typeface="ZCOOL XiaoWei"/>
                <a:sym typeface="ZCOOL XiaoWei"/>
              </a:rPr>
              <a:t>analisi del grafico mostra un segnale d</a:t>
            </a:r>
            <a:r>
              <a:rPr lang="en-US" sz="1800">
                <a:solidFill>
                  <a:schemeClr val="dk1"/>
                </a:solidFill>
              </a:rPr>
              <a:t>’</a:t>
            </a:r>
            <a:r>
              <a:rPr lang="en-US" sz="1800">
                <a:solidFill>
                  <a:schemeClr val="dk1"/>
                </a:solidFill>
                <a:latin typeface="ZCOOL XiaoWei"/>
                <a:ea typeface="ZCOOL XiaoWei"/>
                <a:cs typeface="ZCOOL XiaoWei"/>
                <a:sym typeface="ZCOOL XiaoWei"/>
              </a:rPr>
              <a:t>allarme dove</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Elevata Criticità (56.2%);</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Complessità e Accoppiamento;</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Confronto con il progetto;</a:t>
            </a:r>
            <a:endParaRPr sz="1800">
              <a:solidFill>
                <a:schemeClr val="dk1"/>
              </a:solidFill>
              <a:latin typeface="ZCOOL XiaoWei"/>
              <a:ea typeface="ZCOOL XiaoWei"/>
              <a:cs typeface="ZCOOL XiaoWei"/>
              <a:sym typeface="ZCOOL XiaoWei"/>
            </a:endParaRPr>
          </a:p>
          <a:p>
            <a:pPr indent="0" lvl="0" marL="0" marR="0" rtl="0" algn="just">
              <a:lnSpc>
                <a:spcPct val="100000"/>
              </a:lnSpc>
              <a:spcBef>
                <a:spcPts val="0"/>
              </a:spcBef>
              <a:spcAft>
                <a:spcPts val="0"/>
              </a:spcAft>
              <a:buNone/>
            </a:pPr>
            <a:r>
              <a:t/>
            </a:r>
            <a:endParaRPr sz="1800">
              <a:solidFill>
                <a:schemeClr val="dk1"/>
              </a:solidFill>
              <a:latin typeface="ZCOOL XiaoWei"/>
              <a:ea typeface="ZCOOL XiaoWei"/>
              <a:cs typeface="ZCOOL XiaoWei"/>
              <a:sym typeface="ZCOOL XiaoWei"/>
            </a:endParaRPr>
          </a:p>
        </p:txBody>
      </p:sp>
      <p:pic>
        <p:nvPicPr>
          <p:cNvPr id="298" name="Google Shape;298;p37"/>
          <p:cNvPicPr preferRelativeResize="0"/>
          <p:nvPr/>
        </p:nvPicPr>
        <p:blipFill>
          <a:blip r:embed="rId3">
            <a:alphaModFix/>
          </a:blip>
          <a:stretch>
            <a:fillRect/>
          </a:stretch>
        </p:blipFill>
        <p:spPr>
          <a:xfrm>
            <a:off x="5562325" y="1559775"/>
            <a:ext cx="3105150" cy="2667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3000">
                <a:solidFill>
                  <a:schemeClr val="dk1"/>
                </a:solidFill>
                <a:latin typeface="ZCOOL XiaoWei"/>
                <a:ea typeface="ZCOOL XiaoWei"/>
                <a:cs typeface="ZCOOL XiaoWei"/>
                <a:sym typeface="ZCOOL XiaoWei"/>
              </a:rPr>
              <a:t>Analisi Grafica</a:t>
            </a:r>
            <a:endParaRPr sz="3000">
              <a:solidFill>
                <a:schemeClr val="dk1"/>
              </a:solidFill>
              <a:latin typeface="ZCOOL XiaoWei"/>
              <a:ea typeface="ZCOOL XiaoWei"/>
              <a:cs typeface="ZCOOL XiaoWei"/>
              <a:sym typeface="ZCOOL XiaoWei"/>
            </a:endParaRPr>
          </a:p>
          <a:p>
            <a:pPr indent="0" lvl="0" marL="0" marR="0" rtl="0" algn="l">
              <a:lnSpc>
                <a:spcPct val="100000"/>
              </a:lnSpc>
              <a:spcBef>
                <a:spcPts val="0"/>
              </a:spcBef>
              <a:spcAft>
                <a:spcPts val="0"/>
              </a:spcAft>
              <a:buNone/>
            </a:pPr>
            <a:r>
              <a:t/>
            </a:r>
            <a:endParaRPr sz="3000">
              <a:solidFill>
                <a:schemeClr val="dk1"/>
              </a:solidFill>
              <a:latin typeface="ZCOOL XiaoWei"/>
              <a:ea typeface="ZCOOL XiaoWei"/>
              <a:cs typeface="ZCOOL XiaoWei"/>
              <a:sym typeface="ZCOOL XiaoWei"/>
            </a:endParaRPr>
          </a:p>
        </p:txBody>
      </p:sp>
      <p:sp>
        <p:nvSpPr>
          <p:cNvPr id="304" name="Google Shape;304;p38"/>
          <p:cNvSpPr/>
          <p:nvPr/>
        </p:nvSpPr>
        <p:spPr>
          <a:xfrm>
            <a:off x="476275" y="1334125"/>
            <a:ext cx="5310000" cy="32226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1" lang="en-US" sz="1800">
                <a:solidFill>
                  <a:schemeClr val="dk1"/>
                </a:solidFill>
                <a:latin typeface="ZCOOL XiaoWei"/>
                <a:ea typeface="ZCOOL XiaoWei"/>
                <a:cs typeface="ZCOOL XiaoWei"/>
                <a:sym typeface="ZCOOL XiaoWei"/>
              </a:rPr>
              <a:t>Chord Diagram:</a:t>
            </a:r>
            <a:r>
              <a:rPr lang="en-US" sz="1800">
                <a:solidFill>
                  <a:schemeClr val="dk1"/>
                </a:solidFill>
                <a:latin typeface="ZCOOL XiaoWei"/>
                <a:ea typeface="ZCOOL XiaoWei"/>
                <a:cs typeface="ZCOOL XiaoWei"/>
                <a:sym typeface="ZCOOL XiaoWei"/>
              </a:rPr>
              <a:t> In questo grafico visualizza l</a:t>
            </a:r>
            <a:r>
              <a:rPr lang="en-US" sz="1800">
                <a:solidFill>
                  <a:schemeClr val="dk1"/>
                </a:solidFill>
              </a:rPr>
              <a:t>’</a:t>
            </a:r>
            <a:r>
              <a:rPr lang="en-US" sz="1800">
                <a:solidFill>
                  <a:schemeClr val="dk1"/>
                </a:solidFill>
                <a:latin typeface="ZCOOL XiaoWei"/>
                <a:ea typeface="ZCOOL XiaoWei"/>
                <a:cs typeface="ZCOOL XiaoWei"/>
                <a:sym typeface="ZCOOL XiaoWei"/>
              </a:rPr>
              <a:t>indipendenza e il flusso di accoppiamento dei vari package.</a:t>
            </a:r>
            <a:endParaRPr sz="1800">
              <a:solidFill>
                <a:schemeClr val="dk1"/>
              </a:solidFill>
              <a:latin typeface="ZCOOL XiaoWei"/>
              <a:ea typeface="ZCOOL XiaoWei"/>
              <a:cs typeface="ZCOOL XiaoWei"/>
              <a:sym typeface="ZCOOL XiaoWei"/>
            </a:endParaRPr>
          </a:p>
          <a:p>
            <a:pPr indent="0" lvl="0" marL="0" marR="0" rtl="0" algn="just">
              <a:lnSpc>
                <a:spcPct val="100000"/>
              </a:lnSpc>
              <a:spcBef>
                <a:spcPts val="0"/>
              </a:spcBef>
              <a:spcAft>
                <a:spcPts val="0"/>
              </a:spcAft>
              <a:buNone/>
            </a:pPr>
            <a:r>
              <a:rPr lang="en-US" sz="1800">
                <a:solidFill>
                  <a:schemeClr val="dk1"/>
                </a:solidFill>
                <a:latin typeface="ZCOOL XiaoWei"/>
                <a:ea typeface="ZCOOL XiaoWei"/>
                <a:cs typeface="ZCOOL XiaoWei"/>
                <a:sym typeface="ZCOOL XiaoWei"/>
              </a:rPr>
              <a:t>Analisi del grafico:</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Archi esterni: sono i sotto-package e la lunghezza dell</a:t>
            </a:r>
            <a:r>
              <a:rPr lang="en-US" sz="1800">
                <a:solidFill>
                  <a:schemeClr val="dk1"/>
                </a:solidFill>
              </a:rPr>
              <a:t>’</a:t>
            </a:r>
            <a:r>
              <a:rPr lang="en-US" sz="1800">
                <a:solidFill>
                  <a:schemeClr val="dk1"/>
                </a:solidFill>
                <a:latin typeface="ZCOOL XiaoWei"/>
                <a:ea typeface="ZCOOL XiaoWei"/>
                <a:cs typeface="ZCOOL XiaoWei"/>
                <a:sym typeface="ZCOOL XiaoWei"/>
              </a:rPr>
              <a:t>arco</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Le corde: sono le dipendenza</a:t>
            </a:r>
            <a:endParaRPr sz="1800">
              <a:solidFill>
                <a:schemeClr val="dk1"/>
              </a:solidFill>
              <a:latin typeface="ZCOOL XiaoWei"/>
              <a:ea typeface="ZCOOL XiaoWei"/>
              <a:cs typeface="ZCOOL XiaoWei"/>
              <a:sym typeface="ZCOOL XiaoWei"/>
            </a:endParaRPr>
          </a:p>
          <a:p>
            <a:pPr indent="-342900" lvl="0" marL="457200" marR="0" rtl="0" algn="just">
              <a:lnSpc>
                <a:spcPct val="100000"/>
              </a:lnSpc>
              <a:spcBef>
                <a:spcPts val="0"/>
              </a:spcBef>
              <a:spcAft>
                <a:spcPts val="0"/>
              </a:spcAft>
              <a:buClr>
                <a:schemeClr val="dk1"/>
              </a:buClr>
              <a:buSzPts val="1800"/>
              <a:buFont typeface="ZCOOL XiaoWei"/>
              <a:buChar char="-"/>
            </a:pPr>
            <a:r>
              <a:rPr lang="en-US" sz="1800">
                <a:solidFill>
                  <a:schemeClr val="dk1"/>
                </a:solidFill>
                <a:latin typeface="ZCOOL XiaoWei"/>
                <a:ea typeface="ZCOOL XiaoWei"/>
                <a:cs typeface="ZCOOL XiaoWei"/>
                <a:sym typeface="ZCOOL XiaoWei"/>
              </a:rPr>
              <a:t>Spessore delle corde: Più la coda e larga più le dipendenze sono alte.</a:t>
            </a:r>
            <a:endParaRPr sz="1800">
              <a:solidFill>
                <a:schemeClr val="dk1"/>
              </a:solidFill>
              <a:latin typeface="ZCOOL XiaoWei"/>
              <a:ea typeface="ZCOOL XiaoWei"/>
              <a:cs typeface="ZCOOL XiaoWei"/>
              <a:sym typeface="ZCOOL XiaoWei"/>
            </a:endParaRPr>
          </a:p>
          <a:p>
            <a:pPr indent="0" lvl="0" marL="0" marR="0" rtl="0" algn="just">
              <a:lnSpc>
                <a:spcPct val="100000"/>
              </a:lnSpc>
              <a:spcBef>
                <a:spcPts val="0"/>
              </a:spcBef>
              <a:spcAft>
                <a:spcPts val="0"/>
              </a:spcAft>
              <a:buNone/>
            </a:pPr>
            <a:r>
              <a:t/>
            </a:r>
            <a:endParaRPr sz="1800">
              <a:solidFill>
                <a:schemeClr val="dk1"/>
              </a:solidFill>
              <a:latin typeface="ZCOOL XiaoWei"/>
              <a:ea typeface="ZCOOL XiaoWei"/>
              <a:cs typeface="ZCOOL XiaoWei"/>
              <a:sym typeface="ZCOOL XiaoWei"/>
            </a:endParaRPr>
          </a:p>
        </p:txBody>
      </p:sp>
      <p:pic>
        <p:nvPicPr>
          <p:cNvPr id="305" name="Google Shape;305;p38"/>
          <p:cNvPicPr preferRelativeResize="0"/>
          <p:nvPr/>
        </p:nvPicPr>
        <p:blipFill>
          <a:blip r:embed="rId3">
            <a:alphaModFix/>
          </a:blip>
          <a:stretch>
            <a:fillRect/>
          </a:stretch>
        </p:blipFill>
        <p:spPr>
          <a:xfrm>
            <a:off x="5903923" y="1473700"/>
            <a:ext cx="2658575" cy="2574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727775" y="715900"/>
            <a:ext cx="55623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a:buNone/>
            </a:pPr>
            <a:r>
              <a:rPr lang="en-US" sz="4000" u="none" strike="noStrike">
                <a:solidFill>
                  <a:schemeClr val="dk1"/>
                </a:solidFill>
                <a:latin typeface="ZCOOL XiaoWei"/>
                <a:ea typeface="ZCOOL XiaoWei"/>
                <a:cs typeface="ZCOOL XiaoWei"/>
                <a:sym typeface="ZCOOL XiaoWei"/>
              </a:rPr>
              <a:t>Modellazione</a:t>
            </a:r>
            <a:endParaRPr sz="4000" u="none" strike="noStrike">
              <a:solidFill>
                <a:schemeClr val="dk1"/>
              </a:solidFill>
              <a:latin typeface="ZCOOL XiaoWei"/>
              <a:ea typeface="ZCOOL XiaoWei"/>
              <a:cs typeface="ZCOOL XiaoWei"/>
              <a:sym typeface="ZCOOL XiaoWei"/>
            </a:endParaRPr>
          </a:p>
        </p:txBody>
      </p:sp>
      <p:sp>
        <p:nvSpPr>
          <p:cNvPr id="311" name="Google Shape;311;p39"/>
          <p:cNvSpPr txBox="1"/>
          <p:nvPr>
            <p:ph idx="1" type="body"/>
          </p:nvPr>
        </p:nvSpPr>
        <p:spPr>
          <a:xfrm>
            <a:off x="806498" y="1577650"/>
            <a:ext cx="6900300" cy="31401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Use case diagram sulle azioni compiute da sistema e giocatore</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Class Diagram su tutte le classi presenti nel software</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State Machine Diagram sull</a:t>
            </a:r>
            <a:r>
              <a:rPr lang="en-US" sz="1200">
                <a:solidFill>
                  <a:schemeClr val="dk1"/>
                </a:solidFill>
              </a:rPr>
              <a:t>’</a:t>
            </a:r>
            <a:r>
              <a:rPr lang="en-US" sz="1200">
                <a:solidFill>
                  <a:schemeClr val="dk1"/>
                </a:solidFill>
                <a:latin typeface="ZCOOL XiaoWei"/>
                <a:ea typeface="ZCOOL XiaoWei"/>
                <a:cs typeface="ZCOOL XiaoWei"/>
                <a:sym typeface="ZCOOL XiaoWei"/>
              </a:rPr>
              <a:t>intera logica di gioco</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Sequence Diagram su cosa fa il sistema quando si gioca una carta</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Communication diagram sull</a:t>
            </a:r>
            <a:r>
              <a:rPr lang="en-US" sz="1200">
                <a:solidFill>
                  <a:schemeClr val="dk1"/>
                </a:solidFill>
                <a:latin typeface="Lexend"/>
                <a:ea typeface="Lexend"/>
                <a:cs typeface="Lexend"/>
                <a:sym typeface="Lexend"/>
              </a:rPr>
              <a:t>’</a:t>
            </a:r>
            <a:r>
              <a:rPr lang="en-US" sz="1200">
                <a:solidFill>
                  <a:schemeClr val="dk1"/>
                </a:solidFill>
                <a:latin typeface="ZCOOL XiaoWei"/>
                <a:ea typeface="ZCOOL XiaoWei"/>
                <a:cs typeface="ZCOOL XiaoWei"/>
                <a:sym typeface="ZCOOL XiaoWei"/>
              </a:rPr>
              <a:t>applicazione degli effetti e la registrazione dei trigger di una carta </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Activity diagram sul funzionamento del turno di un giocatore</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Component diagram sulla relazione tra grafica, logica, caricamento dati e data system (dove sono contenuti i file JSON)</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Package diagram su come interagiscono i vari package creati</a:t>
            </a:r>
            <a:endParaRPr sz="1200">
              <a:solidFill>
                <a:schemeClr val="dk1"/>
              </a:solidFill>
              <a:latin typeface="ZCOOL XiaoWei"/>
              <a:ea typeface="ZCOOL XiaoWei"/>
              <a:cs typeface="ZCOOL XiaoWei"/>
              <a:sym typeface="ZCOOL XiaoWei"/>
            </a:endParaRPr>
          </a:p>
          <a:p>
            <a:pPr indent="-304800" lvl="0" marL="457200" marR="0" rtl="0" algn="just">
              <a:lnSpc>
                <a:spcPct val="150000"/>
              </a:lnSpc>
              <a:spcBef>
                <a:spcPts val="0"/>
              </a:spcBef>
              <a:spcAft>
                <a:spcPts val="0"/>
              </a:spcAft>
              <a:buClr>
                <a:schemeClr val="dk1"/>
              </a:buClr>
              <a:buSzPts val="1200"/>
              <a:buFont typeface="ZCOOL XiaoWei"/>
              <a:buChar char="-"/>
            </a:pPr>
            <a:r>
              <a:rPr lang="en-US" sz="1200">
                <a:solidFill>
                  <a:schemeClr val="dk1"/>
                </a:solidFill>
                <a:latin typeface="ZCOOL XiaoWei"/>
                <a:ea typeface="ZCOOL XiaoWei"/>
                <a:cs typeface="ZCOOL XiaoWei"/>
                <a:sym typeface="ZCOOL XiaoWei"/>
              </a:rPr>
              <a:t>Macchina a stati per le pozioni (espansione)</a:t>
            </a:r>
            <a:endParaRPr sz="1200">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Clr>
                <a:schemeClr val="dk1"/>
              </a:buClr>
              <a:buSzPts val="1200"/>
              <a:buFont typeface="Archivo"/>
              <a:buNone/>
            </a:pPr>
            <a:r>
              <a:t/>
            </a:r>
            <a:endParaRPr sz="1200">
              <a:solidFill>
                <a:schemeClr val="dk1"/>
              </a:solidFill>
              <a:latin typeface="ZCOOL XiaoWei"/>
              <a:ea typeface="ZCOOL XiaoWei"/>
              <a:cs typeface="ZCOOL XiaoWei"/>
              <a:sym typeface="ZCOOL XiaoWe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0"/>
          <p:cNvSpPr txBox="1"/>
          <p:nvPr>
            <p:ph type="title"/>
          </p:nvPr>
        </p:nvSpPr>
        <p:spPr>
          <a:xfrm>
            <a:off x="685775" y="715875"/>
            <a:ext cx="5562300" cy="6948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00000"/>
              <a:buFont typeface="Archivo"/>
              <a:buNone/>
            </a:pPr>
            <a:r>
              <a:rPr lang="en-US" sz="4000">
                <a:solidFill>
                  <a:schemeClr val="dk1"/>
                </a:solidFill>
                <a:latin typeface="ZCOOL XiaoWei"/>
                <a:ea typeface="ZCOOL XiaoWei"/>
                <a:cs typeface="ZCOOL XiaoWei"/>
                <a:sym typeface="ZCOOL XiaoWei"/>
              </a:rPr>
              <a:t>Implementazione</a:t>
            </a:r>
            <a:endParaRPr sz="4000">
              <a:solidFill>
                <a:schemeClr val="dk1"/>
              </a:solidFill>
              <a:latin typeface="ZCOOL XiaoWei"/>
              <a:ea typeface="ZCOOL XiaoWei"/>
              <a:cs typeface="ZCOOL XiaoWei"/>
              <a:sym typeface="ZCOOL XiaoWei"/>
            </a:endParaRPr>
          </a:p>
        </p:txBody>
      </p:sp>
      <p:sp>
        <p:nvSpPr>
          <p:cNvPr id="317" name="Google Shape;317;p40"/>
          <p:cNvSpPr txBox="1"/>
          <p:nvPr>
            <p:ph idx="1" type="body"/>
          </p:nvPr>
        </p:nvSpPr>
        <p:spPr>
          <a:xfrm>
            <a:off x="685775" y="1539325"/>
            <a:ext cx="7032900" cy="2904300"/>
          </a:xfrm>
          <a:prstGeom prst="rect">
            <a:avLst/>
          </a:prstGeom>
          <a:noFill/>
          <a:ln>
            <a:noFill/>
          </a:ln>
        </p:spPr>
        <p:txBody>
          <a:bodyPr anchorCtr="0" anchor="t" bIns="91425" lIns="91425" spcFirstLastPara="1" rIns="91425" wrap="square" tIns="91425">
            <a:noAutofit/>
          </a:bodyPr>
          <a:lstStyle/>
          <a:p>
            <a:pPr indent="0" lvl="0" marL="0" marR="0" rtl="0" algn="just">
              <a:lnSpc>
                <a:spcPct val="130000"/>
              </a:lnSpc>
              <a:spcBef>
                <a:spcPts val="0"/>
              </a:spcBef>
              <a:spcAft>
                <a:spcPts val="0"/>
              </a:spcAft>
              <a:buClr>
                <a:schemeClr val="dk1"/>
              </a:buClr>
              <a:buSzPts val="840"/>
              <a:buFont typeface="Archivo"/>
              <a:buNone/>
            </a:pPr>
            <a:r>
              <a:rPr lang="en-US" sz="1140">
                <a:solidFill>
                  <a:schemeClr val="dk1"/>
                </a:solidFill>
                <a:latin typeface="ZCOOL XiaoWei"/>
                <a:ea typeface="ZCOOL XiaoWei"/>
                <a:cs typeface="ZCOOL XiaoWei"/>
                <a:sym typeface="ZCOOL XiaoWei"/>
              </a:rPr>
              <a:t>Abbiamo implementato la logica completa del gioco da tavolo con tutti e sette i livelli, tralasciando soltanto una regola opzionale che permette di giocare il gioco 7 con tutte e tre le carte malvagio di Voldemort.</a:t>
            </a:r>
            <a:endParaRPr sz="1140">
              <a:solidFill>
                <a:schemeClr val="dk1"/>
              </a:solidFill>
              <a:latin typeface="ZCOOL XiaoWei"/>
              <a:ea typeface="ZCOOL XiaoWei"/>
              <a:cs typeface="ZCOOL XiaoWei"/>
              <a:sym typeface="ZCOOL XiaoWei"/>
            </a:endParaRPr>
          </a:p>
          <a:p>
            <a:pPr indent="0" lvl="0" marL="0" marR="0" rtl="0" algn="just">
              <a:lnSpc>
                <a:spcPct val="130000"/>
              </a:lnSpc>
              <a:spcBef>
                <a:spcPts val="0"/>
              </a:spcBef>
              <a:spcAft>
                <a:spcPts val="0"/>
              </a:spcAft>
              <a:buClr>
                <a:schemeClr val="dk1"/>
              </a:buClr>
              <a:buSzPts val="840"/>
              <a:buFont typeface="Archivo"/>
              <a:buNone/>
            </a:pPr>
            <a:r>
              <a:t/>
            </a:r>
            <a:endParaRPr sz="1140">
              <a:solidFill>
                <a:schemeClr val="dk1"/>
              </a:solidFill>
              <a:latin typeface="ZCOOL XiaoWei"/>
              <a:ea typeface="ZCOOL XiaoWei"/>
              <a:cs typeface="ZCOOL XiaoWei"/>
              <a:sym typeface="ZCOOL XiaoWei"/>
            </a:endParaRPr>
          </a:p>
          <a:p>
            <a:pPr indent="0" lvl="0" marL="0" marR="0" rtl="0" algn="just">
              <a:lnSpc>
                <a:spcPct val="130000"/>
              </a:lnSpc>
              <a:spcBef>
                <a:spcPts val="0"/>
              </a:spcBef>
              <a:spcAft>
                <a:spcPts val="0"/>
              </a:spcAft>
              <a:buClr>
                <a:schemeClr val="dk1"/>
              </a:buClr>
              <a:buSzPts val="840"/>
              <a:buFont typeface="Archivo"/>
              <a:buNone/>
            </a:pPr>
            <a:r>
              <a:rPr lang="en-US" sz="1140">
                <a:solidFill>
                  <a:schemeClr val="dk1"/>
                </a:solidFill>
                <a:latin typeface="ZCOOL XiaoWei"/>
                <a:ea typeface="ZCOOL XiaoWei"/>
                <a:cs typeface="ZCOOL XiaoWei"/>
                <a:sym typeface="ZCOOL XiaoWei"/>
              </a:rPr>
              <a:t>Non abbiamo implementato la modalità online per questioni di tempo e perché non era necessario in quanto tranquillamente giocabile dallo stesso dispositivo.</a:t>
            </a:r>
            <a:endParaRPr sz="1140">
              <a:solidFill>
                <a:schemeClr val="dk1"/>
              </a:solidFill>
              <a:latin typeface="ZCOOL XiaoWei"/>
              <a:ea typeface="ZCOOL XiaoWei"/>
              <a:cs typeface="ZCOOL XiaoWei"/>
              <a:sym typeface="ZCOOL XiaoWei"/>
            </a:endParaRPr>
          </a:p>
          <a:p>
            <a:pPr indent="0" lvl="0" marL="0" marR="0" rtl="0" algn="just">
              <a:lnSpc>
                <a:spcPct val="130000"/>
              </a:lnSpc>
              <a:spcBef>
                <a:spcPts val="0"/>
              </a:spcBef>
              <a:spcAft>
                <a:spcPts val="0"/>
              </a:spcAft>
              <a:buClr>
                <a:schemeClr val="dk1"/>
              </a:buClr>
              <a:buSzPts val="840"/>
              <a:buFont typeface="Archivo"/>
              <a:buNone/>
            </a:pPr>
            <a:r>
              <a:t/>
            </a:r>
            <a:endParaRPr sz="1140">
              <a:solidFill>
                <a:schemeClr val="dk1"/>
              </a:solidFill>
              <a:latin typeface="ZCOOL XiaoWei"/>
              <a:ea typeface="ZCOOL XiaoWei"/>
              <a:cs typeface="ZCOOL XiaoWei"/>
              <a:sym typeface="ZCOOL XiaoWei"/>
            </a:endParaRPr>
          </a:p>
          <a:p>
            <a:pPr indent="0" lvl="0" marL="0" marR="0" rtl="0" algn="just">
              <a:lnSpc>
                <a:spcPct val="130000"/>
              </a:lnSpc>
              <a:spcBef>
                <a:spcPts val="0"/>
              </a:spcBef>
              <a:spcAft>
                <a:spcPts val="0"/>
              </a:spcAft>
              <a:buClr>
                <a:schemeClr val="dk1"/>
              </a:buClr>
              <a:buSzPts val="840"/>
              <a:buFont typeface="Archivo"/>
              <a:buNone/>
            </a:pPr>
            <a:r>
              <a:rPr lang="en-US" sz="1140">
                <a:solidFill>
                  <a:schemeClr val="dk1"/>
                </a:solidFill>
                <a:latin typeface="ZCOOL XiaoWei"/>
                <a:ea typeface="ZCOOL XiaoWei"/>
                <a:cs typeface="ZCOOL XiaoWei"/>
                <a:sym typeface="ZCOOL XiaoWei"/>
              </a:rPr>
              <a:t>Inoltre non abbiamo utilizzato un database in quanto innanzitutto impossibilitato da direttive, ma anche perché il JSON è più snello e veloce, dato che non abbiamo la necessità di memorizzare tante informazioni, ad esempio uno storico delle partite per il giocatore o degli account per gli stessi.</a:t>
            </a:r>
            <a:endParaRPr sz="1140">
              <a:solidFill>
                <a:schemeClr val="dk1"/>
              </a:solidFill>
              <a:latin typeface="ZCOOL XiaoWei"/>
              <a:ea typeface="ZCOOL XiaoWei"/>
              <a:cs typeface="ZCOOL XiaoWei"/>
              <a:sym typeface="ZCOOL XiaoWei"/>
            </a:endParaRPr>
          </a:p>
          <a:p>
            <a:pPr indent="0" lvl="0" marL="0" marR="0" rtl="0" algn="just">
              <a:lnSpc>
                <a:spcPct val="130000"/>
              </a:lnSpc>
              <a:spcBef>
                <a:spcPts val="0"/>
              </a:spcBef>
              <a:spcAft>
                <a:spcPts val="0"/>
              </a:spcAft>
              <a:buClr>
                <a:schemeClr val="dk1"/>
              </a:buClr>
              <a:buSzPts val="840"/>
              <a:buFont typeface="Archivo"/>
              <a:buNone/>
            </a:pPr>
            <a:r>
              <a:t/>
            </a:r>
            <a:endParaRPr sz="1140">
              <a:solidFill>
                <a:schemeClr val="dk1"/>
              </a:solidFill>
              <a:latin typeface="ZCOOL XiaoWei"/>
              <a:ea typeface="ZCOOL XiaoWei"/>
              <a:cs typeface="ZCOOL XiaoWei"/>
              <a:sym typeface="ZCOOL XiaoWei"/>
            </a:endParaRPr>
          </a:p>
          <a:p>
            <a:pPr indent="0" lvl="0" marL="0" marR="0" rtl="0" algn="just">
              <a:lnSpc>
                <a:spcPct val="130000"/>
              </a:lnSpc>
              <a:spcBef>
                <a:spcPts val="0"/>
              </a:spcBef>
              <a:spcAft>
                <a:spcPts val="0"/>
              </a:spcAft>
              <a:buClr>
                <a:schemeClr val="dk1"/>
              </a:buClr>
              <a:buSzPts val="840"/>
              <a:buFont typeface="Archivo"/>
              <a:buNone/>
            </a:pPr>
            <a:r>
              <a:rPr lang="en-US" sz="1140">
                <a:solidFill>
                  <a:schemeClr val="dk1"/>
                </a:solidFill>
                <a:latin typeface="ZCOOL XiaoWei"/>
                <a:ea typeface="ZCOOL XiaoWei"/>
                <a:cs typeface="ZCOOL XiaoWei"/>
                <a:sym typeface="ZCOOL XiaoWei"/>
              </a:rPr>
              <a:t>Abbiamo dunque deciso cosa implementare in base a necessità, tempo e utilizzabilità.</a:t>
            </a:r>
            <a:endParaRPr sz="1140">
              <a:solidFill>
                <a:schemeClr val="dk1"/>
              </a:solidFill>
              <a:latin typeface="ZCOOL XiaoWei"/>
              <a:ea typeface="ZCOOL XiaoWei"/>
              <a:cs typeface="ZCOOL XiaoWei"/>
              <a:sym typeface="ZCOOL XiaoWei"/>
            </a:endParaRPr>
          </a:p>
          <a:p>
            <a:pPr indent="0" lvl="0" marL="0" marR="0" rtl="0" algn="just">
              <a:lnSpc>
                <a:spcPct val="130000"/>
              </a:lnSpc>
              <a:spcBef>
                <a:spcPts val="0"/>
              </a:spcBef>
              <a:spcAft>
                <a:spcPts val="0"/>
              </a:spcAft>
              <a:buClr>
                <a:schemeClr val="dk1"/>
              </a:buClr>
              <a:buSzPts val="840"/>
              <a:buFont typeface="Archivo"/>
              <a:buNone/>
            </a:pPr>
            <a:r>
              <a:t/>
            </a:r>
            <a:endParaRPr sz="1140">
              <a:solidFill>
                <a:schemeClr val="dk1"/>
              </a:solidFill>
              <a:latin typeface="ZCOOL XiaoWei"/>
              <a:ea typeface="ZCOOL XiaoWei"/>
              <a:cs typeface="ZCOOL XiaoWei"/>
              <a:sym typeface="ZCOOL XiaoWe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1"/>
          <p:cNvSpPr/>
          <p:nvPr/>
        </p:nvSpPr>
        <p:spPr>
          <a:xfrm>
            <a:off x="476468" y="76063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lang="en-US" sz="3000" u="none" strike="noStrike">
                <a:solidFill>
                  <a:schemeClr val="dk1"/>
                </a:solidFill>
                <a:latin typeface="ZCOOL XiaoWei"/>
                <a:ea typeface="ZCOOL XiaoWei"/>
                <a:cs typeface="ZCOOL XiaoWei"/>
                <a:sym typeface="ZCOOL XiaoWei"/>
              </a:rPr>
              <a:t>Testing</a:t>
            </a:r>
            <a:endParaRPr b="0" sz="3000" u="none" strike="noStrike">
              <a:solidFill>
                <a:srgbClr val="FFFFFF"/>
              </a:solidFill>
              <a:latin typeface="Noto Sans Symbols"/>
              <a:ea typeface="Noto Sans Symbols"/>
              <a:cs typeface="Noto Sans Symbols"/>
              <a:sym typeface="Noto Sans Symbols"/>
            </a:endParaRPr>
          </a:p>
        </p:txBody>
      </p:sp>
      <p:sp>
        <p:nvSpPr>
          <p:cNvPr id="323" name="Google Shape;323;p41"/>
          <p:cNvSpPr/>
          <p:nvPr/>
        </p:nvSpPr>
        <p:spPr>
          <a:xfrm>
            <a:off x="574450" y="1499250"/>
            <a:ext cx="7522200" cy="2761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lang="en-US">
                <a:solidFill>
                  <a:schemeClr val="dk1"/>
                </a:solidFill>
                <a:latin typeface="ZCOOL XiaoWei"/>
                <a:ea typeface="ZCOOL XiaoWei"/>
                <a:cs typeface="ZCOOL XiaoWei"/>
                <a:sym typeface="ZCOOL XiaoWei"/>
              </a:rPr>
              <a:t>Il testing è stato inizialmente fatto in maniera automatica tramite l</a:t>
            </a:r>
            <a:r>
              <a:rPr lang="en-US" sz="1200">
                <a:solidFill>
                  <a:schemeClr val="dk1"/>
                </a:solidFill>
              </a:rPr>
              <a:t>’</a:t>
            </a:r>
            <a:r>
              <a:rPr lang="en-US">
                <a:solidFill>
                  <a:schemeClr val="dk1"/>
                </a:solidFill>
                <a:latin typeface="ZCOOL XiaoWei"/>
                <a:ea typeface="ZCOOL XiaoWei"/>
                <a:cs typeface="ZCOOL XiaoWei"/>
                <a:sym typeface="ZCOOL XiaoWei"/>
              </a:rPr>
              <a:t>utilizzo di JUnit per verificare il funzionamento delle azioni base e della logica, per poi passare a un test manuale direttamente avviando l</a:t>
            </a:r>
            <a:r>
              <a:rPr lang="en-US" sz="1200">
                <a:solidFill>
                  <a:schemeClr val="dk1"/>
                </a:solidFill>
              </a:rPr>
              <a:t>’</a:t>
            </a:r>
            <a:r>
              <a:rPr lang="en-US">
                <a:solidFill>
                  <a:schemeClr val="dk1"/>
                </a:solidFill>
                <a:latin typeface="ZCOOL XiaoWei"/>
                <a:ea typeface="ZCOOL XiaoWei"/>
                <a:cs typeface="ZCOOL XiaoWei"/>
                <a:sym typeface="ZCOOL XiaoWei"/>
              </a:rPr>
              <a:t>applicazione e riscontrando eventuali bug o errori da correggere.</a:t>
            </a:r>
            <a:endParaRPr>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a:solidFill>
                  <a:schemeClr val="dk1"/>
                </a:solidFill>
                <a:latin typeface="ZCOOL XiaoWei"/>
                <a:ea typeface="ZCOOL XiaoWei"/>
                <a:cs typeface="ZCOOL XiaoWei"/>
                <a:sym typeface="ZCOOL XiaoWei"/>
              </a:rPr>
              <a:t>Con i test di JUnit abbiamo inizialmente trovato problemi nel nei file JSON che impedivano alle carte di essere caricate. Risolto il problema, i test hanno dato riscontro positivo.</a:t>
            </a:r>
            <a:endParaRPr>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rPr lang="en-US">
                <a:solidFill>
                  <a:schemeClr val="dk1"/>
                </a:solidFill>
                <a:latin typeface="ZCOOL XiaoWei"/>
                <a:ea typeface="ZCOOL XiaoWei"/>
                <a:cs typeface="ZCOOL XiaoWei"/>
                <a:sym typeface="ZCOOL XiaoWei"/>
              </a:rPr>
              <a:t>Nella fase di test manuale sull</a:t>
            </a:r>
            <a:r>
              <a:rPr lang="en-US" sz="1200">
                <a:solidFill>
                  <a:schemeClr val="dk1"/>
                </a:solidFill>
              </a:rPr>
              <a:t>’</a:t>
            </a:r>
            <a:r>
              <a:rPr lang="en-US">
                <a:solidFill>
                  <a:schemeClr val="dk1"/>
                </a:solidFill>
                <a:latin typeface="ZCOOL XiaoWei"/>
                <a:ea typeface="ZCOOL XiaoWei"/>
                <a:cs typeface="ZCOOL XiaoWei"/>
                <a:sym typeface="ZCOOL XiaoWei"/>
              </a:rPr>
              <a:t>applicazione ogni volta venivano trovati bug di malfunzionamento che causavano un</a:t>
            </a:r>
            <a:r>
              <a:rPr lang="en-US" sz="1200">
                <a:solidFill>
                  <a:schemeClr val="dk1"/>
                </a:solidFill>
              </a:rPr>
              <a:t>’</a:t>
            </a:r>
            <a:r>
              <a:rPr lang="en-US">
                <a:solidFill>
                  <a:schemeClr val="dk1"/>
                </a:solidFill>
                <a:latin typeface="ZCOOL XiaoWei"/>
                <a:ea typeface="ZCOOL XiaoWei"/>
                <a:cs typeface="ZCOOL XiaoWei"/>
                <a:sym typeface="ZCOOL XiaoWei"/>
              </a:rPr>
              <a:t>errata applicazione degli effetti di gioco. La maggior parte di questi bug è stata corretta tempestivamente per garantire una corretta esperienza di gioco.</a:t>
            </a:r>
            <a:endParaRPr>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a:solidFill>
                <a:schemeClr val="dk1"/>
              </a:solidFill>
              <a:latin typeface="ZCOOL XiaoWei"/>
              <a:ea typeface="ZCOOL XiaoWei"/>
              <a:cs typeface="ZCOOL XiaoWei"/>
              <a:sym typeface="ZCOOL XiaoWei"/>
            </a:endParaRPr>
          </a:p>
          <a:p>
            <a:pPr indent="0" lvl="0" marL="0" marR="0" rtl="0" algn="just">
              <a:lnSpc>
                <a:spcPct val="150000"/>
              </a:lnSpc>
              <a:spcBef>
                <a:spcPts val="0"/>
              </a:spcBef>
              <a:spcAft>
                <a:spcPts val="0"/>
              </a:spcAft>
              <a:buNone/>
            </a:pPr>
            <a:r>
              <a:t/>
            </a:r>
            <a:endParaRPr>
              <a:solidFill>
                <a:schemeClr val="dk1"/>
              </a:solidFill>
              <a:latin typeface="ZCOOL XiaoWei"/>
              <a:ea typeface="ZCOOL XiaoWei"/>
              <a:cs typeface="ZCOOL XiaoWei"/>
              <a:sym typeface="ZCOOL XiaoWe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2"/>
          <p:cNvSpPr/>
          <p:nvPr/>
        </p:nvSpPr>
        <p:spPr>
          <a:xfrm>
            <a:off x="476280" y="476280"/>
            <a:ext cx="819108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lang="en-US" sz="3000" u="none" strike="noStrike">
                <a:solidFill>
                  <a:schemeClr val="dk1"/>
                </a:solidFill>
                <a:latin typeface="ZCOOL XiaoWei"/>
                <a:ea typeface="ZCOOL XiaoWei"/>
                <a:cs typeface="ZCOOL XiaoWei"/>
                <a:sym typeface="ZCOOL XiaoWei"/>
              </a:rPr>
              <a:t>DEMO</a:t>
            </a:r>
            <a:endParaRPr b="0" sz="3000" u="none" strike="noStrike">
              <a:solidFill>
                <a:srgbClr val="FFFFFF"/>
              </a:solidFill>
              <a:latin typeface="Noto Sans Symbols"/>
              <a:ea typeface="Noto Sans Symbols"/>
              <a:cs typeface="Noto Sans Symbols"/>
              <a:sym typeface="Noto Sans Symbols"/>
            </a:endParaRPr>
          </a:p>
        </p:txBody>
      </p:sp>
      <p:sp>
        <p:nvSpPr>
          <p:cNvPr id="329" name="Google Shape;329;p42"/>
          <p:cNvSpPr/>
          <p:nvPr/>
        </p:nvSpPr>
        <p:spPr>
          <a:xfrm>
            <a:off x="476280" y="1905120"/>
            <a:ext cx="8191080" cy="276192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200">
                <a:solidFill>
                  <a:schemeClr val="dk1"/>
                </a:solidFill>
                <a:latin typeface="ZCOOL XiaoWei"/>
                <a:ea typeface="ZCOOL XiaoWei"/>
                <a:cs typeface="ZCOOL XiaoWei"/>
                <a:sym typeface="ZCOOL XiaoWei"/>
              </a:rPr>
              <a:t>Adesso vi mostreremo in diretta come funziona la nostra applicazione.</a:t>
            </a:r>
            <a:endParaRPr sz="1200">
              <a:solidFill>
                <a:schemeClr val="dk1"/>
              </a:solidFill>
              <a:latin typeface="ZCOOL XiaoWei"/>
              <a:ea typeface="ZCOOL XiaoWei"/>
              <a:cs typeface="ZCOOL XiaoWei"/>
              <a:sym typeface="ZCOOL XiaoWei"/>
            </a:endParaRPr>
          </a:p>
          <a:p>
            <a:pPr indent="0" lvl="0" marL="0" marR="0" rtl="0" algn="l">
              <a:lnSpc>
                <a:spcPct val="150000"/>
              </a:lnSpc>
              <a:spcBef>
                <a:spcPts val="0"/>
              </a:spcBef>
              <a:spcAft>
                <a:spcPts val="0"/>
              </a:spcAft>
              <a:buNone/>
            </a:pPr>
            <a:r>
              <a:rPr lang="en-US" sz="1200" u="sng">
                <a:solidFill>
                  <a:schemeClr val="hlink"/>
                </a:solidFill>
                <a:latin typeface="ZCOOL XiaoWei"/>
                <a:ea typeface="ZCOOL XiaoWei"/>
                <a:cs typeface="ZCOOL XiaoWei"/>
                <a:sym typeface="ZCOOL XiaoWei"/>
                <a:hlinkClick r:id="rId3"/>
              </a:rPr>
              <a:t>https://github.com/armati004/Progetto_Ing_Software</a:t>
            </a:r>
            <a:endParaRPr sz="1200">
              <a:solidFill>
                <a:schemeClr val="dk1"/>
              </a:solidFill>
              <a:latin typeface="ZCOOL XiaoWei"/>
              <a:ea typeface="ZCOOL XiaoWei"/>
              <a:cs typeface="ZCOOL XiaoWei"/>
              <a:sym typeface="ZCOOL XiaoWei"/>
            </a:endParaRPr>
          </a:p>
          <a:p>
            <a:pPr indent="0" lvl="0" marL="0" marR="0" rtl="0" algn="l">
              <a:lnSpc>
                <a:spcPct val="150000"/>
              </a:lnSpc>
              <a:spcBef>
                <a:spcPts val="0"/>
              </a:spcBef>
              <a:spcAft>
                <a:spcPts val="0"/>
              </a:spcAft>
              <a:buNone/>
            </a:pPr>
            <a:r>
              <a:t/>
            </a:r>
            <a:endParaRPr sz="1200">
              <a:solidFill>
                <a:schemeClr val="dk1"/>
              </a:solidFill>
              <a:latin typeface="Archivo"/>
              <a:ea typeface="Archivo"/>
              <a:cs typeface="Archivo"/>
              <a:sym typeface="Archiv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3"/>
          <p:cNvSpPr/>
          <p:nvPr/>
        </p:nvSpPr>
        <p:spPr>
          <a:xfrm>
            <a:off x="476400" y="1610845"/>
            <a:ext cx="8191200" cy="192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6000">
                <a:solidFill>
                  <a:schemeClr val="dk1"/>
                </a:solidFill>
                <a:latin typeface="ZCOOL XiaoWei"/>
                <a:ea typeface="ZCOOL XiaoWei"/>
                <a:cs typeface="ZCOOL XiaoWei"/>
                <a:sym typeface="ZCOOL XiaoWei"/>
              </a:rPr>
              <a:t>GRAZIE PER L</a:t>
            </a:r>
            <a:r>
              <a:rPr lang="en-US" sz="6000">
                <a:solidFill>
                  <a:schemeClr val="dk1"/>
                </a:solidFill>
              </a:rPr>
              <a:t>’</a:t>
            </a:r>
            <a:r>
              <a:rPr lang="en-US" sz="6000">
                <a:solidFill>
                  <a:schemeClr val="dk1"/>
                </a:solidFill>
                <a:latin typeface="ZCOOL XiaoWei"/>
                <a:ea typeface="ZCOOL XiaoWei"/>
                <a:cs typeface="ZCOOL XiaoWei"/>
                <a:sym typeface="ZCOOL XiaoWei"/>
              </a:rPr>
              <a:t>ATTENZIONE</a:t>
            </a:r>
            <a:endParaRPr b="0" sz="6000" u="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theme/theme1.xml><?xml version="1.0" encoding="utf-8"?>
<a:theme xmlns:a="http://schemas.openxmlformats.org/drawingml/2006/main" xmlns:r="http://schemas.openxmlformats.org/officeDocument/2006/relationships" name="Shadow Palette Pitch Deck by Slidesgo">
  <a:themeElements>
    <a:clrScheme name="Simple Light">
      <a:dk1>
        <a:srgbClr val="F8F8F8"/>
      </a:dk1>
      <a:lt1>
        <a:srgbClr val="411E16"/>
      </a:lt1>
      <a:dk2>
        <a:srgbClr val="885030"/>
      </a:dk2>
      <a:lt2>
        <a:srgbClr val="E9D6CB"/>
      </a:lt2>
      <a:accent1>
        <a:srgbClr val="FFFFFF"/>
      </a:accent1>
      <a:accent2>
        <a:srgbClr val="FFFFFF"/>
      </a:accent2>
      <a:accent3>
        <a:srgbClr val="FFFFFF"/>
      </a:accent3>
      <a:accent4>
        <a:srgbClr val="FFFFFF"/>
      </a:accent4>
      <a:accent5>
        <a:srgbClr val="FFFFFF"/>
      </a:accent5>
      <a:accent6>
        <a:srgbClr val="FFFFFF"/>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